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9925050" cy="66659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4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  <p:ext uri="GoogleSlidesCustomDataVersion2">
      <go:slidesCustomData xmlns:go="http://customooxmlschemas.google.com/" r:id="rId11" roundtripDataSignature="AMtx7mgHGvh/yYB8HN6CFRWmY5lgPMwO/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4" orient="horz"/>
        <p:guide pos="2880"/>
        <p:guide pos="1620" orient="horz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100" orient="horz"/>
        <p:guide pos="3126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customschemas.google.com/relationships/presentationmetadata" Target="metadata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2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621901" y="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−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Char char="o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▪"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2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de-DE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:notes"/>
          <p:cNvSpPr txBox="1"/>
          <p:nvPr>
            <p:ph idx="1" type="body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" name="Google Shape;27;p1:notes"/>
          <p:cNvSpPr/>
          <p:nvPr>
            <p:ph idx="2" type="sldImg"/>
          </p:nvPr>
        </p:nvSpPr>
        <p:spPr>
          <a:xfrm>
            <a:off x="2740025" y="500063"/>
            <a:ext cx="4445000" cy="25003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g3ac6aea7a9d_0_42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g3ac6aea7a9d_0_42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" name="Google Shape;34;g3ac6aea7a9d_0_42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ae592acb30_0_7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3ae592acb30_0_7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g3ae592acb30_0_7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ac6aea7a9d_0_56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g3ac6aea7a9d_0_56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" name="Google Shape;52;g3ac6aea7a9d_0_56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e592acb30_0_0:notes"/>
          <p:cNvSpPr/>
          <p:nvPr>
            <p:ph idx="2" type="sldImg"/>
          </p:nvPr>
        </p:nvSpPr>
        <p:spPr>
          <a:xfrm>
            <a:off x="2740025" y="500063"/>
            <a:ext cx="4445100" cy="2500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e592acb30_0_0:notes"/>
          <p:cNvSpPr txBox="1"/>
          <p:nvPr>
            <p:ph idx="1" type="body"/>
          </p:nvPr>
        </p:nvSpPr>
        <p:spPr>
          <a:xfrm>
            <a:off x="992506" y="3166309"/>
            <a:ext cx="7940100" cy="2999700"/>
          </a:xfrm>
          <a:prstGeom prst="rect">
            <a:avLst/>
          </a:prstGeom>
        </p:spPr>
        <p:txBody>
          <a:bodyPr anchorCtr="0" anchor="t" bIns="45350" lIns="90700" spcFirstLastPara="1" rIns="90700" wrap="square" tIns="4535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g3ae592acb30_0_0:notes"/>
          <p:cNvSpPr txBox="1"/>
          <p:nvPr>
            <p:ph idx="12" type="sldNum"/>
          </p:nvPr>
        </p:nvSpPr>
        <p:spPr>
          <a:xfrm>
            <a:off x="5621901" y="6331460"/>
            <a:ext cx="4300800" cy="333300"/>
          </a:xfrm>
          <a:prstGeom prst="rect">
            <a:avLst/>
          </a:prstGeom>
        </p:spPr>
        <p:txBody>
          <a:bodyPr anchorCtr="0" anchor="b" bIns="45350" lIns="90700" spcFirstLastPara="1" rIns="90700" wrap="square" tIns="4535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tart">
  <p:cSld name="1_Star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UM_Glockenturm.tif" id="15" name="Google Shape;15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975215" y="1476375"/>
            <a:ext cx="3819542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9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9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29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29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rt">
  <p:cSld name="Star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2"/>
          <p:cNvSpPr txBox="1"/>
          <p:nvPr>
            <p:ph type="title"/>
          </p:nvPr>
        </p:nvSpPr>
        <p:spPr>
          <a:xfrm>
            <a:off x="319090" y="972000"/>
            <a:ext cx="8508999" cy="3762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2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2" name="Google Shape;22;p32"/>
          <p:cNvSpPr txBox="1"/>
          <p:nvPr>
            <p:ph idx="1" type="body"/>
          </p:nvPr>
        </p:nvSpPr>
        <p:spPr>
          <a:xfrm>
            <a:off x="319088" y="1484040"/>
            <a:ext cx="8508999" cy="9555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3" name="Google Shape;23;p32"/>
          <p:cNvSpPr/>
          <p:nvPr/>
        </p:nvSpPr>
        <p:spPr>
          <a:xfrm>
            <a:off x="8347635" y="4806203"/>
            <a:ext cx="575236" cy="26894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2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/>
          <p:nvPr>
            <p:ph idx="12" type="sldNum"/>
          </p:nvPr>
        </p:nvSpPr>
        <p:spPr>
          <a:xfrm>
            <a:off x="6774934" y="4854985"/>
            <a:ext cx="20520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11" name="Google Shape;11;p28"/>
          <p:cNvSpPr txBox="1"/>
          <p:nvPr>
            <p:ph idx="11" type="ftr"/>
          </p:nvPr>
        </p:nvSpPr>
        <p:spPr>
          <a:xfrm>
            <a:off x="311162" y="4854985"/>
            <a:ext cx="646428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pic>
        <p:nvPicPr>
          <p:cNvPr descr="20150416 tum logo blau png final.png" id="12" name="Google Shape;12;p28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218411" y="324000"/>
            <a:ext cx="604774" cy="31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8"/>
          <p:cNvSpPr txBox="1"/>
          <p:nvPr/>
        </p:nvSpPr>
        <p:spPr>
          <a:xfrm>
            <a:off x="319506" y="321468"/>
            <a:ext cx="7160425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Chair of High-Power Converter Systems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TUM School of Engineering and Design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de-DE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Technical University of Munich</a:t>
            </a:r>
            <a:endParaRPr b="0" i="0" sz="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"/>
          <p:cNvSpPr txBox="1"/>
          <p:nvPr>
            <p:ph type="title"/>
          </p:nvPr>
        </p:nvSpPr>
        <p:spPr>
          <a:xfrm>
            <a:off x="243015" y="930000"/>
            <a:ext cx="85089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Benchmarking Large-Language-Model performance for Word-Sense disambiguation</a:t>
            </a:r>
            <a:endParaRPr/>
          </a:p>
        </p:txBody>
      </p:sp>
      <p:sp>
        <p:nvSpPr>
          <p:cNvPr id="30" name="Google Shape;30;p1"/>
          <p:cNvSpPr txBox="1"/>
          <p:nvPr>
            <p:ph idx="1" type="body"/>
          </p:nvPr>
        </p:nvSpPr>
        <p:spPr>
          <a:xfrm>
            <a:off x="243013" y="4187990"/>
            <a:ext cx="8508900" cy="9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de-DE"/>
              <a:t>09.12.2025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3ac6aea7a9d_0_42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  <p:sp>
        <p:nvSpPr>
          <p:cNvPr id="37" name="Google Shape;37;g3ac6aea7a9d_0_42"/>
          <p:cNvSpPr txBox="1"/>
          <p:nvPr/>
        </p:nvSpPr>
        <p:spPr>
          <a:xfrm>
            <a:off x="1163305" y="3191750"/>
            <a:ext cx="2184000" cy="243600"/>
          </a:xfrm>
          <a:prstGeom prst="rect">
            <a:avLst/>
          </a:prstGeom>
          <a:noFill/>
          <a:ln>
            <a:noFill/>
          </a:ln>
        </p:spPr>
        <p:txBody>
          <a:bodyPr anchorCtr="0" anchor="t" bIns="72050" lIns="72050" spcFirstLastPara="1" rIns="72050" wrap="square" tIns="72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3"/>
              <a:buFont typeface="Arial"/>
              <a:buNone/>
            </a:pPr>
            <a:r>
              <a:t/>
            </a:r>
            <a:endParaRPr b="0" i="0" sz="110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g3ac6aea7a9d_0_42"/>
          <p:cNvSpPr txBox="1"/>
          <p:nvPr/>
        </p:nvSpPr>
        <p:spPr>
          <a:xfrm>
            <a:off x="5083200" y="3125447"/>
            <a:ext cx="2339400" cy="3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ac6aea7a9d_0_42"/>
          <p:cNvSpPr txBox="1"/>
          <p:nvPr/>
        </p:nvSpPr>
        <p:spPr>
          <a:xfrm>
            <a:off x="249325" y="886638"/>
            <a:ext cx="809940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de-DE" sz="1500"/>
              <a:t>Contents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40" name="Google Shape;40;g3ac6aea7a9d_0_42"/>
          <p:cNvSpPr txBox="1"/>
          <p:nvPr/>
        </p:nvSpPr>
        <p:spPr>
          <a:xfrm>
            <a:off x="258600" y="1515750"/>
            <a:ext cx="8103300" cy="30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Introduction to Fine-tuning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Our approach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Our results</a:t>
            </a:r>
            <a:endParaRPr/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de-DE"/>
              <a:t>Future improvements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ae592acb30_0_7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g3ae592acb30_0_7"/>
          <p:cNvSpPr txBox="1"/>
          <p:nvPr>
            <p:ph idx="1" type="body"/>
          </p:nvPr>
        </p:nvSpPr>
        <p:spPr>
          <a:xfrm>
            <a:off x="319088" y="1484040"/>
            <a:ext cx="8508900" cy="9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g3ae592acb30_0_7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ac6aea7a9d_0_56"/>
          <p:cNvSpPr txBox="1"/>
          <p:nvPr>
            <p:ph idx="1" type="body"/>
          </p:nvPr>
        </p:nvSpPr>
        <p:spPr>
          <a:xfrm>
            <a:off x="317550" y="894321"/>
            <a:ext cx="8508900" cy="5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de-DE" sz="2300"/>
              <a:t>Future approaches/improvements</a:t>
            </a:r>
            <a:r>
              <a:rPr b="1" lang="de-DE" sz="2300"/>
              <a:t> </a:t>
            </a:r>
            <a:endParaRPr b="1" sz="2300"/>
          </a:p>
        </p:txBody>
      </p:sp>
      <p:sp>
        <p:nvSpPr>
          <p:cNvPr id="55" name="Google Shape;55;g3ac6aea7a9d_0_56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ae592acb30_0_0"/>
          <p:cNvSpPr txBox="1"/>
          <p:nvPr>
            <p:ph type="title"/>
          </p:nvPr>
        </p:nvSpPr>
        <p:spPr>
          <a:xfrm>
            <a:off x="319090" y="972000"/>
            <a:ext cx="8508900" cy="3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g3ae592acb30_0_0"/>
          <p:cNvSpPr txBox="1"/>
          <p:nvPr>
            <p:ph idx="1" type="body"/>
          </p:nvPr>
        </p:nvSpPr>
        <p:spPr>
          <a:xfrm>
            <a:off x="317538" y="2364890"/>
            <a:ext cx="8508900" cy="955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de-DE" sz="2400"/>
              <a:t>Thank you!</a:t>
            </a:r>
            <a:endParaRPr b="1" sz="2400"/>
          </a:p>
        </p:txBody>
      </p:sp>
      <p:sp>
        <p:nvSpPr>
          <p:cNvPr id="63" name="Google Shape;63;g3ae592acb30_0_0"/>
          <p:cNvSpPr txBox="1"/>
          <p:nvPr>
            <p:ph idx="12" type="sldNum"/>
          </p:nvPr>
        </p:nvSpPr>
        <p:spPr>
          <a:xfrm>
            <a:off x="6774934" y="4854985"/>
            <a:ext cx="2052000" cy="273900"/>
          </a:xfrm>
          <a:prstGeom prst="rect">
            <a:avLst/>
          </a:prstGeom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arissa-Design">
  <a:themeElements>
    <a:clrScheme name="Lariss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itel 3">
  <a:themeElements>
    <a:clrScheme name="TUM">
      <a:dk1>
        <a:srgbClr val="000000"/>
      </a:dk1>
      <a:lt1>
        <a:srgbClr val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2020-10-03T23:03:33Z</dcterms:created>
  <dc:creator>Wei Tian</dc:creator>
</cp:coreProperties>
</file>