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9925050" cy="66659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4">
          <p15:clr>
            <a:srgbClr val="A4A3A4"/>
          </p15:clr>
        </p15:guide>
        <p15:guide id="2" pos="2880">
          <p15:clr>
            <a:srgbClr val="A4A3A4"/>
          </p15:clr>
        </p15:guide>
        <p15:guide id="3" orient="horz" pos="1620">
          <p15:clr>
            <a:srgbClr val="A4A3A4"/>
          </p15:clr>
        </p15:guide>
      </p15:sldGuideLst>
    </p:ext>
    <p:ext uri="{2D200454-40CA-4A62-9FC3-DE9A4176ACB9}">
      <p15:notesGuideLst>
        <p15:guide id="1" orient="horz" pos="2100">
          <p15:clr>
            <a:srgbClr val="A4A3A4"/>
          </p15:clr>
        </p15:guide>
        <p15:guide id="2" pos="3126">
          <p15:clr>
            <a:srgbClr val="A4A3A4"/>
          </p15:clr>
        </p15:guide>
      </p15:notesGuideLst>
    </p:ext>
    <p:ext uri="GoogleSlidesCustomDataVersion2">
      <go:slidesCustomData xmlns:go="http://customooxmlschemas.google.com/" r:id="rId16" roundtripDataSignature="AMtx7mgOI9AUWxw7fit8Xgu6BNbaXGZ96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4" orient="horz"/>
        <p:guide pos="2880"/>
        <p:guide pos="1620" orient="horz"/>
      </p:guideLst>
    </p:cSldViewPr>
  </p:slideViewPr>
  <p:notesViewPr>
    <p:cSldViewPr snapToGrid="0">
      <p:cViewPr varScale="1">
        <p:scale>
          <a:sx n="100" d="100"/>
          <a:sy n="100" d="100"/>
        </p:scale>
        <p:origin x="0" y="0"/>
      </p:cViewPr>
      <p:guideLst>
        <p:guide pos="2100" orient="horz"/>
        <p:guide pos="3126"/>
      </p:guideLst>
    </p:cSldViewPr>
  </p:notes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2" y="0"/>
            <a:ext cx="4300855" cy="333296"/>
          </a:xfrm>
          <a:prstGeom prst="rect">
            <a:avLst/>
          </a:prstGeom>
          <a:noFill/>
          <a:ln>
            <a:noFill/>
          </a:ln>
        </p:spPr>
        <p:txBody>
          <a:bodyPr anchorCtr="0" anchor="t" bIns="45350" lIns="90700" spcFirstLastPara="1" rIns="90700" wrap="square" tIns="4535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5621901" y="0"/>
            <a:ext cx="4300855" cy="333296"/>
          </a:xfrm>
          <a:prstGeom prst="rect">
            <a:avLst/>
          </a:prstGeom>
          <a:noFill/>
          <a:ln>
            <a:noFill/>
          </a:ln>
        </p:spPr>
        <p:txBody>
          <a:bodyPr anchorCtr="0" anchor="t" bIns="45350" lIns="90700" spcFirstLastPara="1" rIns="90700" wrap="square" tIns="4535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2740025" y="500063"/>
            <a:ext cx="4445000" cy="25003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92506" y="3166309"/>
            <a:ext cx="7940040" cy="2999661"/>
          </a:xfrm>
          <a:prstGeom prst="rect">
            <a:avLst/>
          </a:prstGeom>
          <a:noFill/>
          <a:ln>
            <a:noFill/>
          </a:ln>
        </p:spPr>
        <p:txBody>
          <a:bodyPr anchorCtr="0" anchor="t" bIns="45350" lIns="90700" spcFirstLastPara="1" rIns="90700" wrap="square" tIns="45350">
            <a:norm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304800" lvl="1" marL="914400" marR="0" rtl="0" algn="l">
              <a:lnSpc>
                <a:spcPct val="100000"/>
              </a:lnSpc>
              <a:spcBef>
                <a:spcPts val="36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304800" lvl="2" marL="1371600" marR="0" rtl="0" algn="l">
              <a:lnSpc>
                <a:spcPct val="100000"/>
              </a:lnSpc>
              <a:spcBef>
                <a:spcPts val="360"/>
              </a:spcBef>
              <a:spcAft>
                <a:spcPts val="0"/>
              </a:spcAft>
              <a:buClr>
                <a:schemeClr val="dk1"/>
              </a:buClr>
              <a:buSzPts val="1200"/>
              <a:buFont typeface="Noto Sans Symbols"/>
              <a:buChar char="−"/>
              <a:defRPr b="0" i="0" sz="1200" u="none" cap="none" strike="noStrike">
                <a:solidFill>
                  <a:schemeClr val="dk1"/>
                </a:solidFill>
                <a:latin typeface="Calibri"/>
                <a:ea typeface="Calibri"/>
                <a:cs typeface="Calibri"/>
                <a:sym typeface="Calibri"/>
              </a:defRPr>
            </a:lvl3pPr>
            <a:lvl4pPr indent="-304800" lvl="3" marL="1828800" marR="0" rtl="0" algn="l">
              <a:lnSpc>
                <a:spcPct val="100000"/>
              </a:lnSpc>
              <a:spcBef>
                <a:spcPts val="360"/>
              </a:spcBef>
              <a:spcAft>
                <a:spcPts val="0"/>
              </a:spcAft>
              <a:buClr>
                <a:schemeClr val="dk1"/>
              </a:buClr>
              <a:buSzPts val="1200"/>
              <a:buFont typeface="Courier New"/>
              <a:buChar char="o"/>
              <a:defRPr b="0" i="0" sz="1200" u="none" cap="none" strike="noStrike">
                <a:solidFill>
                  <a:schemeClr val="dk1"/>
                </a:solidFill>
                <a:latin typeface="Calibri"/>
                <a:ea typeface="Calibri"/>
                <a:cs typeface="Calibri"/>
                <a:sym typeface="Calibri"/>
              </a:defRPr>
            </a:lvl4pPr>
            <a:lvl5pPr indent="-304800" lvl="4" marL="2286000" marR="0" rtl="0" algn="l">
              <a:lnSpc>
                <a:spcPct val="100000"/>
              </a:lnSpc>
              <a:spcBef>
                <a:spcPts val="360"/>
              </a:spcBef>
              <a:spcAft>
                <a:spcPts val="0"/>
              </a:spcAft>
              <a:buClr>
                <a:schemeClr val="dk1"/>
              </a:buClr>
              <a:buSzPts val="1200"/>
              <a:buFont typeface="Noto Sans Symbols"/>
              <a:buChar char="▪"/>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2" y="6331460"/>
            <a:ext cx="4300855" cy="333296"/>
          </a:xfrm>
          <a:prstGeom prst="rect">
            <a:avLst/>
          </a:prstGeom>
          <a:noFill/>
          <a:ln>
            <a:noFill/>
          </a:ln>
        </p:spPr>
        <p:txBody>
          <a:bodyPr anchorCtr="0" anchor="b" bIns="45350" lIns="90700" spcFirstLastPara="1" rIns="90700" wrap="square" tIns="4535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5621901" y="6331460"/>
            <a:ext cx="4300855" cy="333296"/>
          </a:xfrm>
          <a:prstGeom prst="rect">
            <a:avLst/>
          </a:prstGeom>
          <a:noFill/>
          <a:ln>
            <a:noFill/>
          </a:ln>
        </p:spPr>
        <p:txBody>
          <a:bodyPr anchorCtr="0" anchor="b" bIns="45350" lIns="90700" spcFirstLastPara="1" rIns="90700" wrap="square" tIns="453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de-D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1:notes"/>
          <p:cNvSpPr txBox="1"/>
          <p:nvPr>
            <p:ph idx="1" type="body"/>
          </p:nvPr>
        </p:nvSpPr>
        <p:spPr>
          <a:xfrm>
            <a:off x="992506" y="3166309"/>
            <a:ext cx="7940040" cy="2999661"/>
          </a:xfrm>
          <a:prstGeom prst="rect">
            <a:avLst/>
          </a:prstGeom>
          <a:noFill/>
          <a:ln>
            <a:noFill/>
          </a:ln>
        </p:spPr>
        <p:txBody>
          <a:bodyPr anchorCtr="0" anchor="t" bIns="45350" lIns="90700" spcFirstLastPara="1" rIns="90700" wrap="square" tIns="45350">
            <a:noAutofit/>
          </a:bodyPr>
          <a:lstStyle/>
          <a:p>
            <a:pPr indent="0" lvl="0" marL="0" rtl="0" algn="l">
              <a:lnSpc>
                <a:spcPct val="100000"/>
              </a:lnSpc>
              <a:spcBef>
                <a:spcPts val="360"/>
              </a:spcBef>
              <a:spcAft>
                <a:spcPts val="0"/>
              </a:spcAft>
              <a:buSzPts val="1400"/>
              <a:buNone/>
            </a:pPr>
            <a:r>
              <a:t/>
            </a:r>
            <a:endParaRPr/>
          </a:p>
        </p:txBody>
      </p:sp>
      <p:sp>
        <p:nvSpPr>
          <p:cNvPr id="27" name="Google Shape;27;p1:notes"/>
          <p:cNvSpPr/>
          <p:nvPr>
            <p:ph idx="2" type="sldImg"/>
          </p:nvPr>
        </p:nvSpPr>
        <p:spPr>
          <a:xfrm>
            <a:off x="2740025" y="500063"/>
            <a:ext cx="4445000" cy="25003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g3ac6aea7a9d_0_42:notes"/>
          <p:cNvSpPr/>
          <p:nvPr>
            <p:ph idx="2" type="sldImg"/>
          </p:nvPr>
        </p:nvSpPr>
        <p:spPr>
          <a:xfrm>
            <a:off x="2740025" y="500063"/>
            <a:ext cx="4445100" cy="2500200"/>
          </a:xfrm>
          <a:custGeom>
            <a:rect b="b" l="l" r="r" t="t"/>
            <a:pathLst>
              <a:path extrusionOk="0" h="120000" w="120000">
                <a:moveTo>
                  <a:pt x="0" y="0"/>
                </a:moveTo>
                <a:lnTo>
                  <a:pt x="120000" y="0"/>
                </a:lnTo>
                <a:lnTo>
                  <a:pt x="120000" y="120000"/>
                </a:lnTo>
                <a:lnTo>
                  <a:pt x="0" y="120000"/>
                </a:lnTo>
                <a:close/>
              </a:path>
            </a:pathLst>
          </a:custGeom>
        </p:spPr>
      </p:sp>
      <p:sp>
        <p:nvSpPr>
          <p:cNvPr id="33" name="Google Shape;33;g3ac6aea7a9d_0_42: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t/>
            </a:r>
            <a:endParaRPr/>
          </a:p>
        </p:txBody>
      </p:sp>
      <p:sp>
        <p:nvSpPr>
          <p:cNvPr id="34" name="Google Shape;34;g3ac6aea7a9d_0_42:notes"/>
          <p:cNvSpPr txBox="1"/>
          <p:nvPr>
            <p:ph idx="12" type="sldNum"/>
          </p:nvPr>
        </p:nvSpPr>
        <p:spPr>
          <a:xfrm>
            <a:off x="5621901" y="6331460"/>
            <a:ext cx="4300800" cy="333300"/>
          </a:xfrm>
          <a:prstGeom prst="rect">
            <a:avLst/>
          </a:prstGeom>
        </p:spPr>
        <p:txBody>
          <a:bodyPr anchorCtr="0" anchor="b" bIns="45350" lIns="90700" spcFirstLastPara="1" rIns="90700" wrap="square" tIns="4535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g3ac6aea7a9d_0_15:notes"/>
          <p:cNvSpPr/>
          <p:nvPr>
            <p:ph idx="2" type="sldImg"/>
          </p:nvPr>
        </p:nvSpPr>
        <p:spPr>
          <a:xfrm>
            <a:off x="2740025" y="500063"/>
            <a:ext cx="4445100" cy="2500200"/>
          </a:xfrm>
          <a:custGeom>
            <a:rect b="b" l="l" r="r" t="t"/>
            <a:pathLst>
              <a:path extrusionOk="0" h="120000" w="120000">
                <a:moveTo>
                  <a:pt x="0" y="0"/>
                </a:moveTo>
                <a:lnTo>
                  <a:pt x="120000" y="0"/>
                </a:lnTo>
                <a:lnTo>
                  <a:pt x="120000" y="120000"/>
                </a:lnTo>
                <a:lnTo>
                  <a:pt x="0" y="120000"/>
                </a:lnTo>
                <a:close/>
              </a:path>
            </a:pathLst>
          </a:custGeom>
        </p:spPr>
      </p:sp>
      <p:sp>
        <p:nvSpPr>
          <p:cNvPr id="44" name="Google Shape;44;g3ac6aea7a9d_0_15: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t/>
            </a:r>
            <a:endParaRPr/>
          </a:p>
        </p:txBody>
      </p:sp>
      <p:sp>
        <p:nvSpPr>
          <p:cNvPr id="45" name="Google Shape;45;g3ac6aea7a9d_0_15:notes"/>
          <p:cNvSpPr txBox="1"/>
          <p:nvPr>
            <p:ph idx="12" type="sldNum"/>
          </p:nvPr>
        </p:nvSpPr>
        <p:spPr>
          <a:xfrm>
            <a:off x="5621901" y="6331460"/>
            <a:ext cx="4300800" cy="333300"/>
          </a:xfrm>
          <a:prstGeom prst="rect">
            <a:avLst/>
          </a:prstGeom>
        </p:spPr>
        <p:txBody>
          <a:bodyPr anchorCtr="0" anchor="b" bIns="45350" lIns="90700" spcFirstLastPara="1" rIns="90700" wrap="square" tIns="45350">
            <a:noAutofit/>
          </a:bodyPr>
          <a:lstStyle/>
          <a:p>
            <a:pPr indent="0" lvl="0" marL="0" rtl="0" algn="r">
              <a:spcBef>
                <a:spcPts val="0"/>
              </a:spcBef>
              <a:spcAft>
                <a:spcPts val="0"/>
              </a:spcAft>
              <a:buClr>
                <a:srgbClr val="000000"/>
              </a:buClr>
              <a:buSzPts val="1200"/>
              <a:buFont typeface="Arial"/>
              <a:buNone/>
            </a:pPr>
            <a:fld id="{00000000-1234-1234-1234-123412341234}" type="slidenum">
              <a:rPr lang="de-DE"/>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a3d4fd35d5_2_0:notes"/>
          <p:cNvSpPr/>
          <p:nvPr>
            <p:ph idx="2" type="sldImg"/>
          </p:nvPr>
        </p:nvSpPr>
        <p:spPr>
          <a:xfrm>
            <a:off x="2740025" y="500063"/>
            <a:ext cx="4445100" cy="2500200"/>
          </a:xfrm>
          <a:custGeom>
            <a:rect b="b" l="l" r="r" t="t"/>
            <a:pathLst>
              <a:path extrusionOk="0" h="120000" w="120000">
                <a:moveTo>
                  <a:pt x="0" y="0"/>
                </a:moveTo>
                <a:lnTo>
                  <a:pt x="120000" y="0"/>
                </a:lnTo>
                <a:lnTo>
                  <a:pt x="120000" y="120000"/>
                </a:lnTo>
                <a:lnTo>
                  <a:pt x="0" y="120000"/>
                </a:lnTo>
                <a:close/>
              </a:path>
            </a:pathLst>
          </a:custGeom>
        </p:spPr>
      </p:sp>
      <p:sp>
        <p:nvSpPr>
          <p:cNvPr id="53" name="Google Shape;53;g3a3d4fd35d5_2_0: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t/>
            </a:r>
            <a:endParaRPr/>
          </a:p>
        </p:txBody>
      </p:sp>
      <p:sp>
        <p:nvSpPr>
          <p:cNvPr id="54" name="Google Shape;54;g3a3d4fd35d5_2_0:notes"/>
          <p:cNvSpPr txBox="1"/>
          <p:nvPr>
            <p:ph idx="12" type="sldNum"/>
          </p:nvPr>
        </p:nvSpPr>
        <p:spPr>
          <a:xfrm>
            <a:off x="5621901" y="6331460"/>
            <a:ext cx="4300800" cy="333300"/>
          </a:xfrm>
          <a:prstGeom prst="rect">
            <a:avLst/>
          </a:prstGeom>
        </p:spPr>
        <p:txBody>
          <a:bodyPr anchorCtr="0" anchor="b" bIns="45350" lIns="90700" spcFirstLastPara="1" rIns="90700" wrap="square" tIns="45350">
            <a:noAutofit/>
          </a:bodyPr>
          <a:lstStyle/>
          <a:p>
            <a:pPr indent="0" lvl="0" marL="0" rtl="0" algn="r">
              <a:spcBef>
                <a:spcPts val="0"/>
              </a:spcBef>
              <a:spcAft>
                <a:spcPts val="0"/>
              </a:spcAft>
              <a:buClr>
                <a:srgbClr val="000000"/>
              </a:buClr>
              <a:buSzPts val="1200"/>
              <a:buFont typeface="Arial"/>
              <a:buNone/>
            </a:pPr>
            <a:fld id="{00000000-1234-1234-1234-123412341234}" type="slidenum">
              <a:rPr lang="de-DE"/>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ac6aea7a9d_0_63:notes"/>
          <p:cNvSpPr/>
          <p:nvPr>
            <p:ph idx="2" type="sldImg"/>
          </p:nvPr>
        </p:nvSpPr>
        <p:spPr>
          <a:xfrm>
            <a:off x="2740025" y="500063"/>
            <a:ext cx="4445100" cy="2500200"/>
          </a:xfrm>
          <a:custGeom>
            <a:rect b="b" l="l" r="r" t="t"/>
            <a:pathLst>
              <a:path extrusionOk="0" h="120000" w="120000">
                <a:moveTo>
                  <a:pt x="0" y="0"/>
                </a:moveTo>
                <a:lnTo>
                  <a:pt x="120000" y="0"/>
                </a:lnTo>
                <a:lnTo>
                  <a:pt x="120000" y="120000"/>
                </a:lnTo>
                <a:lnTo>
                  <a:pt x="0" y="120000"/>
                </a:lnTo>
                <a:close/>
              </a:path>
            </a:pathLst>
          </a:custGeom>
        </p:spPr>
      </p:sp>
      <p:sp>
        <p:nvSpPr>
          <p:cNvPr id="65" name="Google Shape;65;g3ac6aea7a9d_0_63: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t/>
            </a:r>
            <a:endParaRPr/>
          </a:p>
        </p:txBody>
      </p:sp>
      <p:sp>
        <p:nvSpPr>
          <p:cNvPr id="66" name="Google Shape;66;g3ac6aea7a9d_0_63:notes"/>
          <p:cNvSpPr txBox="1"/>
          <p:nvPr>
            <p:ph idx="12" type="sldNum"/>
          </p:nvPr>
        </p:nvSpPr>
        <p:spPr>
          <a:xfrm>
            <a:off x="5621901" y="6331460"/>
            <a:ext cx="4300800" cy="333300"/>
          </a:xfrm>
          <a:prstGeom prst="rect">
            <a:avLst/>
          </a:prstGeom>
        </p:spPr>
        <p:txBody>
          <a:bodyPr anchorCtr="0" anchor="b" bIns="45350" lIns="90700" spcFirstLastPara="1" rIns="90700" wrap="square" tIns="45350">
            <a:noAutofit/>
          </a:bodyPr>
          <a:lstStyle/>
          <a:p>
            <a:pPr indent="0" lvl="0" marL="0" rtl="0" algn="r">
              <a:spcBef>
                <a:spcPts val="0"/>
              </a:spcBef>
              <a:spcAft>
                <a:spcPts val="0"/>
              </a:spcAft>
              <a:buClr>
                <a:srgbClr val="000000"/>
              </a:buClr>
              <a:buSzPts val="1200"/>
              <a:buFont typeface="Arial"/>
              <a:buNone/>
            </a:pPr>
            <a:fld id="{00000000-1234-1234-1234-123412341234}" type="slidenum">
              <a:rPr lang="de-D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ac6aea7a9d_0_56:notes"/>
          <p:cNvSpPr/>
          <p:nvPr>
            <p:ph idx="2" type="sldImg"/>
          </p:nvPr>
        </p:nvSpPr>
        <p:spPr>
          <a:xfrm>
            <a:off x="2740025" y="500063"/>
            <a:ext cx="4445100" cy="2500200"/>
          </a:xfrm>
          <a:custGeom>
            <a:rect b="b" l="l" r="r" t="t"/>
            <a:pathLst>
              <a:path extrusionOk="0" h="120000" w="120000">
                <a:moveTo>
                  <a:pt x="0" y="0"/>
                </a:moveTo>
                <a:lnTo>
                  <a:pt x="120000" y="0"/>
                </a:lnTo>
                <a:lnTo>
                  <a:pt x="120000" y="120000"/>
                </a:lnTo>
                <a:lnTo>
                  <a:pt x="0" y="120000"/>
                </a:lnTo>
                <a:close/>
              </a:path>
            </a:pathLst>
          </a:custGeom>
        </p:spPr>
      </p:sp>
      <p:sp>
        <p:nvSpPr>
          <p:cNvPr id="74" name="Google Shape;74;g3ac6aea7a9d_0_56: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t/>
            </a:r>
            <a:endParaRPr/>
          </a:p>
        </p:txBody>
      </p:sp>
      <p:sp>
        <p:nvSpPr>
          <p:cNvPr id="75" name="Google Shape;75;g3ac6aea7a9d_0_56:notes"/>
          <p:cNvSpPr txBox="1"/>
          <p:nvPr>
            <p:ph idx="12" type="sldNum"/>
          </p:nvPr>
        </p:nvSpPr>
        <p:spPr>
          <a:xfrm>
            <a:off x="5621901" y="6331460"/>
            <a:ext cx="4300800" cy="333300"/>
          </a:xfrm>
          <a:prstGeom prst="rect">
            <a:avLst/>
          </a:prstGeom>
        </p:spPr>
        <p:txBody>
          <a:bodyPr anchorCtr="0" anchor="b" bIns="45350" lIns="90700" spcFirstLastPara="1" rIns="90700" wrap="square" tIns="45350">
            <a:noAutofit/>
          </a:bodyPr>
          <a:lstStyle/>
          <a:p>
            <a:pPr indent="0" lvl="0" marL="0" rtl="0" algn="r">
              <a:spcBef>
                <a:spcPts val="0"/>
              </a:spcBef>
              <a:spcAft>
                <a:spcPts val="0"/>
              </a:spcAft>
              <a:buClr>
                <a:srgbClr val="000000"/>
              </a:buClr>
              <a:buSzPts val="1200"/>
              <a:buFont typeface="Arial"/>
              <a:buNone/>
            </a:pPr>
            <a:fld id="{00000000-1234-1234-1234-123412341234}" type="slidenum">
              <a:rPr lang="de-D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3:notes"/>
          <p:cNvSpPr txBox="1"/>
          <p:nvPr>
            <p:ph idx="1" type="body"/>
          </p:nvPr>
        </p:nvSpPr>
        <p:spPr>
          <a:xfrm>
            <a:off x="992506" y="3166309"/>
            <a:ext cx="7940040" cy="2999661"/>
          </a:xfrm>
          <a:prstGeom prst="rect">
            <a:avLst/>
          </a:prstGeom>
          <a:noFill/>
          <a:ln>
            <a:noFill/>
          </a:ln>
        </p:spPr>
        <p:txBody>
          <a:bodyPr anchorCtr="0" anchor="t" bIns="45350" lIns="90700" spcFirstLastPara="1" rIns="90700" wrap="square" tIns="45350">
            <a:noAutofit/>
          </a:bodyPr>
          <a:lstStyle/>
          <a:p>
            <a:pPr indent="0" lvl="0" marL="0" rtl="0" algn="l">
              <a:lnSpc>
                <a:spcPct val="100000"/>
              </a:lnSpc>
              <a:spcBef>
                <a:spcPts val="360"/>
              </a:spcBef>
              <a:spcAft>
                <a:spcPts val="0"/>
              </a:spcAft>
              <a:buSzPts val="1400"/>
              <a:buNone/>
            </a:pPr>
            <a:r>
              <a:t/>
            </a:r>
            <a:endParaRPr/>
          </a:p>
        </p:txBody>
      </p:sp>
      <p:sp>
        <p:nvSpPr>
          <p:cNvPr id="81" name="Google Shape;81;p3:notes"/>
          <p:cNvSpPr/>
          <p:nvPr>
            <p:ph idx="2" type="sldImg"/>
          </p:nvPr>
        </p:nvSpPr>
        <p:spPr>
          <a:xfrm>
            <a:off x="2740025" y="500063"/>
            <a:ext cx="4445000" cy="25003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5738715de_0_11:notes"/>
          <p:cNvSpPr/>
          <p:nvPr>
            <p:ph idx="2" type="sldImg"/>
          </p:nvPr>
        </p:nvSpPr>
        <p:spPr>
          <a:xfrm>
            <a:off x="2740025" y="500063"/>
            <a:ext cx="4445100" cy="2500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g3a5738715de_0_11:notes"/>
          <p:cNvSpPr txBox="1"/>
          <p:nvPr>
            <p:ph idx="1" type="body"/>
          </p:nvPr>
        </p:nvSpPr>
        <p:spPr>
          <a:xfrm>
            <a:off x="992506" y="3166309"/>
            <a:ext cx="7940100" cy="2999700"/>
          </a:xfrm>
          <a:prstGeom prst="rect">
            <a:avLst/>
          </a:prstGeom>
          <a:noFill/>
          <a:ln>
            <a:noFill/>
          </a:ln>
        </p:spPr>
        <p:txBody>
          <a:bodyPr anchorCtr="0" anchor="t" bIns="45350" lIns="90700" spcFirstLastPara="1" rIns="90700" wrap="square" tIns="45350">
            <a:noAutofit/>
          </a:bodyPr>
          <a:lstStyle/>
          <a:p>
            <a:pPr indent="0" lvl="0" marL="0" rtl="0" algn="l">
              <a:lnSpc>
                <a:spcPct val="100000"/>
              </a:lnSpc>
              <a:spcBef>
                <a:spcPts val="360"/>
              </a:spcBef>
              <a:spcAft>
                <a:spcPts val="0"/>
              </a:spcAft>
              <a:buSzPts val="1400"/>
              <a:buNone/>
            </a:pPr>
            <a:r>
              <a:t/>
            </a:r>
            <a:endParaRPr/>
          </a:p>
        </p:txBody>
      </p:sp>
      <p:sp>
        <p:nvSpPr>
          <p:cNvPr id="91" name="Google Shape;91;g3a5738715de_0_11:notes"/>
          <p:cNvSpPr txBox="1"/>
          <p:nvPr>
            <p:ph idx="12" type="sldNum"/>
          </p:nvPr>
        </p:nvSpPr>
        <p:spPr>
          <a:xfrm>
            <a:off x="5621901" y="6331460"/>
            <a:ext cx="4300800" cy="333300"/>
          </a:xfrm>
          <a:prstGeom prst="rect">
            <a:avLst/>
          </a:prstGeom>
          <a:noFill/>
          <a:ln>
            <a:noFill/>
          </a:ln>
        </p:spPr>
        <p:txBody>
          <a:bodyPr anchorCtr="0" anchor="b" bIns="45350" lIns="90700" spcFirstLastPara="1" rIns="90700" wrap="square" tIns="4535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de-DE"/>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a972b4e249_0_23:notes"/>
          <p:cNvSpPr/>
          <p:nvPr>
            <p:ph idx="2" type="sldImg"/>
          </p:nvPr>
        </p:nvSpPr>
        <p:spPr>
          <a:xfrm>
            <a:off x="2740025" y="500063"/>
            <a:ext cx="4445100" cy="2500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g3a972b4e249_0_23:notes"/>
          <p:cNvSpPr txBox="1"/>
          <p:nvPr>
            <p:ph idx="1" type="body"/>
          </p:nvPr>
        </p:nvSpPr>
        <p:spPr>
          <a:xfrm>
            <a:off x="992506" y="3166309"/>
            <a:ext cx="7940100" cy="2999700"/>
          </a:xfrm>
          <a:prstGeom prst="rect">
            <a:avLst/>
          </a:prstGeom>
          <a:noFill/>
          <a:ln>
            <a:noFill/>
          </a:ln>
        </p:spPr>
        <p:txBody>
          <a:bodyPr anchorCtr="0" anchor="t" bIns="45350" lIns="90700" spcFirstLastPara="1" rIns="90700" wrap="square" tIns="45350">
            <a:noAutofit/>
          </a:bodyPr>
          <a:lstStyle/>
          <a:p>
            <a:pPr indent="0" lvl="0" marL="0" rtl="0" algn="l">
              <a:lnSpc>
                <a:spcPct val="100000"/>
              </a:lnSpc>
              <a:spcBef>
                <a:spcPts val="360"/>
              </a:spcBef>
              <a:spcAft>
                <a:spcPts val="0"/>
              </a:spcAft>
              <a:buSzPts val="1400"/>
              <a:buNone/>
            </a:pPr>
            <a:r>
              <a:t/>
            </a:r>
            <a:endParaRPr/>
          </a:p>
        </p:txBody>
      </p:sp>
      <p:sp>
        <p:nvSpPr>
          <p:cNvPr id="102" name="Google Shape;102;g3a972b4e249_0_23:notes"/>
          <p:cNvSpPr txBox="1"/>
          <p:nvPr>
            <p:ph idx="12" type="sldNum"/>
          </p:nvPr>
        </p:nvSpPr>
        <p:spPr>
          <a:xfrm>
            <a:off x="5621901" y="6331460"/>
            <a:ext cx="4300800" cy="333300"/>
          </a:xfrm>
          <a:prstGeom prst="rect">
            <a:avLst/>
          </a:prstGeom>
          <a:noFill/>
          <a:ln>
            <a:noFill/>
          </a:ln>
        </p:spPr>
        <p:txBody>
          <a:bodyPr anchorCtr="0" anchor="b" bIns="45350" lIns="90700" spcFirstLastPara="1" rIns="90700" wrap="square" tIns="453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D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972b4e249_0_4:notes"/>
          <p:cNvSpPr/>
          <p:nvPr>
            <p:ph idx="2" type="sldImg"/>
          </p:nvPr>
        </p:nvSpPr>
        <p:spPr>
          <a:xfrm>
            <a:off x="2740025" y="500063"/>
            <a:ext cx="4445100" cy="2500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g3a972b4e249_0_4:notes"/>
          <p:cNvSpPr txBox="1"/>
          <p:nvPr>
            <p:ph idx="1" type="body"/>
          </p:nvPr>
        </p:nvSpPr>
        <p:spPr>
          <a:xfrm>
            <a:off x="992506" y="3166309"/>
            <a:ext cx="7940100" cy="2999700"/>
          </a:xfrm>
          <a:prstGeom prst="rect">
            <a:avLst/>
          </a:prstGeom>
          <a:noFill/>
          <a:ln>
            <a:noFill/>
          </a:ln>
        </p:spPr>
        <p:txBody>
          <a:bodyPr anchorCtr="0" anchor="t" bIns="45350" lIns="90700" spcFirstLastPara="1" rIns="90700" wrap="square" tIns="45350">
            <a:noAutofit/>
          </a:bodyPr>
          <a:lstStyle/>
          <a:p>
            <a:pPr indent="0" lvl="0" marL="0" rtl="0" algn="l">
              <a:lnSpc>
                <a:spcPct val="100000"/>
              </a:lnSpc>
              <a:spcBef>
                <a:spcPts val="360"/>
              </a:spcBef>
              <a:spcAft>
                <a:spcPts val="0"/>
              </a:spcAft>
              <a:buSzPts val="1400"/>
              <a:buNone/>
            </a:pPr>
            <a:r>
              <a:t/>
            </a:r>
            <a:endParaRPr/>
          </a:p>
        </p:txBody>
      </p:sp>
      <p:sp>
        <p:nvSpPr>
          <p:cNvPr id="118" name="Google Shape;118;g3a972b4e249_0_4:notes"/>
          <p:cNvSpPr txBox="1"/>
          <p:nvPr>
            <p:ph idx="12" type="sldNum"/>
          </p:nvPr>
        </p:nvSpPr>
        <p:spPr>
          <a:xfrm>
            <a:off x="5621901" y="6331460"/>
            <a:ext cx="4300800" cy="333300"/>
          </a:xfrm>
          <a:prstGeom prst="rect">
            <a:avLst/>
          </a:prstGeom>
          <a:noFill/>
          <a:ln>
            <a:noFill/>
          </a:ln>
        </p:spPr>
        <p:txBody>
          <a:bodyPr anchorCtr="0" anchor="b" bIns="45350" lIns="90700" spcFirstLastPara="1" rIns="90700" wrap="square" tIns="453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DE"/>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tart">
  <p:cSld name="1_Start">
    <p:spTree>
      <p:nvGrpSpPr>
        <p:cNvPr id="14" name="Shape 14"/>
        <p:cNvGrpSpPr/>
        <p:nvPr/>
      </p:nvGrpSpPr>
      <p:grpSpPr>
        <a:xfrm>
          <a:off x="0" y="0"/>
          <a:ext cx="0" cy="0"/>
          <a:chOff x="0" y="0"/>
          <a:chExt cx="0" cy="0"/>
        </a:xfrm>
      </p:grpSpPr>
      <p:pic>
        <p:nvPicPr>
          <p:cNvPr descr="TUM_Glockenturm.tif" id="15" name="Google Shape;15;p29"/>
          <p:cNvPicPr preferRelativeResize="0"/>
          <p:nvPr/>
        </p:nvPicPr>
        <p:blipFill rotWithShape="1">
          <a:blip r:embed="rId2">
            <a:alphaModFix/>
          </a:blip>
          <a:srcRect b="0" l="0" r="0" t="0"/>
          <a:stretch/>
        </p:blipFill>
        <p:spPr>
          <a:xfrm>
            <a:off x="4975215" y="1476375"/>
            <a:ext cx="3819542" cy="3333750"/>
          </a:xfrm>
          <a:prstGeom prst="rect">
            <a:avLst/>
          </a:prstGeom>
          <a:noFill/>
          <a:ln>
            <a:noFill/>
          </a:ln>
        </p:spPr>
      </p:pic>
      <p:sp>
        <p:nvSpPr>
          <p:cNvPr id="16" name="Google Shape;16;p29"/>
          <p:cNvSpPr txBox="1"/>
          <p:nvPr>
            <p:ph type="title"/>
          </p:nvPr>
        </p:nvSpPr>
        <p:spPr>
          <a:xfrm>
            <a:off x="319090" y="972000"/>
            <a:ext cx="8508999" cy="376238"/>
          </a:xfrm>
          <a:prstGeom prst="rect">
            <a:avLst/>
          </a:prstGeom>
          <a:noFill/>
          <a:ln>
            <a:noFill/>
          </a:ln>
        </p:spPr>
        <p:txBody>
          <a:bodyPr anchorCtr="0" anchor="t" bIns="0" lIns="0" spcFirstLastPara="1" rIns="0" wrap="square" tIns="0">
            <a:noAutofit/>
          </a:bodyPr>
          <a:lstStyle>
            <a:lvl1pPr lvl="0" marR="0" rtl="0" algn="l">
              <a:lnSpc>
                <a:spcPct val="128000"/>
              </a:lnSpc>
              <a:spcBef>
                <a:spcPts val="0"/>
              </a:spcBef>
              <a:spcAft>
                <a:spcPts val="0"/>
              </a:spcAft>
              <a:buClr>
                <a:srgbClr val="000000"/>
              </a:buClr>
              <a:buSzPts val="1400"/>
              <a:buFont typeface="Arial"/>
              <a:buNone/>
              <a:defRPr b="0" i="0" sz="25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20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20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20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20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20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20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20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2000" u="none" cap="none" strike="noStrike">
                <a:solidFill>
                  <a:schemeClr val="dk2"/>
                </a:solidFill>
                <a:latin typeface="Arial"/>
                <a:ea typeface="Arial"/>
                <a:cs typeface="Arial"/>
                <a:sym typeface="Arial"/>
              </a:defRPr>
            </a:lvl9pPr>
          </a:lstStyle>
          <a:p/>
        </p:txBody>
      </p:sp>
      <p:sp>
        <p:nvSpPr>
          <p:cNvPr id="17" name="Google Shape;17;p29"/>
          <p:cNvSpPr txBox="1"/>
          <p:nvPr>
            <p:ph idx="1" type="body"/>
          </p:nvPr>
        </p:nvSpPr>
        <p:spPr>
          <a:xfrm>
            <a:off x="319088" y="1484040"/>
            <a:ext cx="8508999" cy="955594"/>
          </a:xfrm>
          <a:prstGeom prst="rect">
            <a:avLst/>
          </a:prstGeom>
          <a:noFill/>
          <a:ln>
            <a:noFill/>
          </a:ln>
        </p:spPr>
        <p:txBody>
          <a:bodyPr anchorCtr="0" anchor="t" bIns="0" lIns="0" spcFirstLastPara="1" rIns="0" wrap="square" tIns="0">
            <a:noAutofit/>
          </a:bodyPr>
          <a:lstStyle>
            <a:lvl1pPr indent="-228600" lvl="0" marL="457200" marR="0" rtl="0" algn="l">
              <a:lnSpc>
                <a:spcPct val="15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330200" lvl="1" marL="914400" marR="0" rtl="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8" name="Google Shape;18;p29"/>
          <p:cNvSpPr/>
          <p:nvPr/>
        </p:nvSpPr>
        <p:spPr>
          <a:xfrm>
            <a:off x="8347635" y="4806203"/>
            <a:ext cx="575236" cy="268941"/>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9" name="Google Shape;19;p29"/>
          <p:cNvSpPr txBox="1"/>
          <p:nvPr>
            <p:ph idx="12" type="sldNum"/>
          </p:nvPr>
        </p:nvSpPr>
        <p:spPr>
          <a:xfrm>
            <a:off x="6774934" y="4854985"/>
            <a:ext cx="2052000" cy="273844"/>
          </a:xfrm>
          <a:prstGeom prst="rect">
            <a:avLst/>
          </a:prstGeom>
          <a:noFill/>
          <a:ln>
            <a:noFill/>
          </a:ln>
        </p:spPr>
        <p:txBody>
          <a:bodyPr anchorCtr="0" anchor="ctr" bIns="45700" lIns="0" spcFirstLastPara="1" rIns="0"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rt">
  <p:cSld name="Start">
    <p:spTree>
      <p:nvGrpSpPr>
        <p:cNvPr id="20" name="Shape 20"/>
        <p:cNvGrpSpPr/>
        <p:nvPr/>
      </p:nvGrpSpPr>
      <p:grpSpPr>
        <a:xfrm>
          <a:off x="0" y="0"/>
          <a:ext cx="0" cy="0"/>
          <a:chOff x="0" y="0"/>
          <a:chExt cx="0" cy="0"/>
        </a:xfrm>
      </p:grpSpPr>
      <p:sp>
        <p:nvSpPr>
          <p:cNvPr id="21" name="Google Shape;21;p32"/>
          <p:cNvSpPr txBox="1"/>
          <p:nvPr>
            <p:ph type="title"/>
          </p:nvPr>
        </p:nvSpPr>
        <p:spPr>
          <a:xfrm>
            <a:off x="319090" y="972000"/>
            <a:ext cx="8508999" cy="376238"/>
          </a:xfrm>
          <a:prstGeom prst="rect">
            <a:avLst/>
          </a:prstGeom>
          <a:noFill/>
          <a:ln>
            <a:noFill/>
          </a:ln>
        </p:spPr>
        <p:txBody>
          <a:bodyPr anchorCtr="0" anchor="t" bIns="0" lIns="0" spcFirstLastPara="1" rIns="0" wrap="square" tIns="0">
            <a:noAutofit/>
          </a:bodyPr>
          <a:lstStyle>
            <a:lvl1pPr lvl="0" marR="0" rtl="0" algn="l">
              <a:lnSpc>
                <a:spcPct val="128000"/>
              </a:lnSpc>
              <a:spcBef>
                <a:spcPts val="0"/>
              </a:spcBef>
              <a:spcAft>
                <a:spcPts val="0"/>
              </a:spcAft>
              <a:buClr>
                <a:srgbClr val="000000"/>
              </a:buClr>
              <a:buSzPts val="1400"/>
              <a:buFont typeface="Arial"/>
              <a:buNone/>
              <a:defRPr b="0" i="0" sz="25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20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20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20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20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20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20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20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2000" u="none" cap="none" strike="noStrike">
                <a:solidFill>
                  <a:schemeClr val="dk2"/>
                </a:solidFill>
                <a:latin typeface="Arial"/>
                <a:ea typeface="Arial"/>
                <a:cs typeface="Arial"/>
                <a:sym typeface="Arial"/>
              </a:defRPr>
            </a:lvl9pPr>
          </a:lstStyle>
          <a:p/>
        </p:txBody>
      </p:sp>
      <p:sp>
        <p:nvSpPr>
          <p:cNvPr id="22" name="Google Shape;22;p32"/>
          <p:cNvSpPr txBox="1"/>
          <p:nvPr>
            <p:ph idx="1" type="body"/>
          </p:nvPr>
        </p:nvSpPr>
        <p:spPr>
          <a:xfrm>
            <a:off x="319088" y="1484040"/>
            <a:ext cx="8508999" cy="955594"/>
          </a:xfrm>
          <a:prstGeom prst="rect">
            <a:avLst/>
          </a:prstGeom>
          <a:noFill/>
          <a:ln>
            <a:noFill/>
          </a:ln>
        </p:spPr>
        <p:txBody>
          <a:bodyPr anchorCtr="0" anchor="t" bIns="0" lIns="0" spcFirstLastPara="1" rIns="0" wrap="square" tIns="0">
            <a:noAutofit/>
          </a:bodyPr>
          <a:lstStyle>
            <a:lvl1pPr indent="-228600" lvl="0" marL="457200" marR="0" rtl="0" algn="l">
              <a:lnSpc>
                <a:spcPct val="15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330200" lvl="1" marL="914400" marR="0" rtl="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3" name="Google Shape;23;p32"/>
          <p:cNvSpPr/>
          <p:nvPr/>
        </p:nvSpPr>
        <p:spPr>
          <a:xfrm>
            <a:off x="8347635" y="4806203"/>
            <a:ext cx="575236" cy="268941"/>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4" name="Google Shape;24;p32"/>
          <p:cNvSpPr txBox="1"/>
          <p:nvPr>
            <p:ph idx="12" type="sldNum"/>
          </p:nvPr>
        </p:nvSpPr>
        <p:spPr>
          <a:xfrm>
            <a:off x="6774934" y="4854985"/>
            <a:ext cx="2052000" cy="273844"/>
          </a:xfrm>
          <a:prstGeom prst="rect">
            <a:avLst/>
          </a:prstGeom>
          <a:noFill/>
          <a:ln>
            <a:noFill/>
          </a:ln>
        </p:spPr>
        <p:txBody>
          <a:bodyPr anchorCtr="0" anchor="ctr" bIns="45700" lIns="0" spcFirstLastPara="1" rIns="0"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8"/>
          <p:cNvSpPr txBox="1"/>
          <p:nvPr>
            <p:ph idx="12" type="sldNum"/>
          </p:nvPr>
        </p:nvSpPr>
        <p:spPr>
          <a:xfrm>
            <a:off x="6774934" y="4854985"/>
            <a:ext cx="2052000" cy="273844"/>
          </a:xfrm>
          <a:prstGeom prst="rect">
            <a:avLst/>
          </a:prstGeom>
          <a:noFill/>
          <a:ln>
            <a:noFill/>
          </a:ln>
        </p:spPr>
        <p:txBody>
          <a:bodyPr anchorCtr="0" anchor="ctr" bIns="45700" lIns="0" spcFirstLastPara="1" rIns="0" wrap="square" tIns="4570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
        <p:nvSpPr>
          <p:cNvPr id="11" name="Google Shape;11;p28"/>
          <p:cNvSpPr txBox="1"/>
          <p:nvPr>
            <p:ph idx="11" type="ftr"/>
          </p:nvPr>
        </p:nvSpPr>
        <p:spPr>
          <a:xfrm>
            <a:off x="311162" y="4854985"/>
            <a:ext cx="6464280" cy="273844"/>
          </a:xfrm>
          <a:prstGeom prst="rect">
            <a:avLst/>
          </a:prstGeom>
          <a:noFill/>
          <a:ln>
            <a:noFill/>
          </a:ln>
        </p:spPr>
        <p:txBody>
          <a:bodyPr anchorCtr="0" anchor="ctr" bIns="45700" lIns="0" spcFirstLastPara="1" rIns="0"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pic>
        <p:nvPicPr>
          <p:cNvPr descr="20150416 tum logo blau png final.png" id="12" name="Google Shape;12;p28"/>
          <p:cNvPicPr preferRelativeResize="0"/>
          <p:nvPr/>
        </p:nvPicPr>
        <p:blipFill rotWithShape="1">
          <a:blip r:embed="rId1">
            <a:alphaModFix/>
          </a:blip>
          <a:srcRect b="0" l="0" r="0" t="0"/>
          <a:stretch/>
        </p:blipFill>
        <p:spPr>
          <a:xfrm>
            <a:off x="8218411" y="324000"/>
            <a:ext cx="604774" cy="318516"/>
          </a:xfrm>
          <a:prstGeom prst="rect">
            <a:avLst/>
          </a:prstGeom>
          <a:noFill/>
          <a:ln>
            <a:noFill/>
          </a:ln>
        </p:spPr>
      </p:pic>
      <p:sp>
        <p:nvSpPr>
          <p:cNvPr id="13" name="Google Shape;13;p28"/>
          <p:cNvSpPr txBox="1"/>
          <p:nvPr/>
        </p:nvSpPr>
        <p:spPr>
          <a:xfrm>
            <a:off x="319506" y="321468"/>
            <a:ext cx="7160425" cy="346249"/>
          </a:xfrm>
          <a:prstGeom prst="rect">
            <a:avLst/>
          </a:prstGeom>
          <a:noFill/>
          <a:ln>
            <a:noFill/>
          </a:ln>
        </p:spPr>
        <p:txBody>
          <a:bodyPr anchorCtr="0" anchor="t" bIns="0" lIns="0" spcFirstLastPara="1" rIns="0" wrap="square" tIns="0">
            <a:spAutoFit/>
          </a:bodyPr>
          <a:lstStyle/>
          <a:p>
            <a:pPr indent="0" lvl="0" marL="0" marR="0" rtl="0" algn="l">
              <a:lnSpc>
                <a:spcPct val="112500"/>
              </a:lnSpc>
              <a:spcBef>
                <a:spcPts val="0"/>
              </a:spcBef>
              <a:spcAft>
                <a:spcPts val="0"/>
              </a:spcAft>
              <a:buClr>
                <a:srgbClr val="000000"/>
              </a:buClr>
              <a:buSzPts val="800"/>
              <a:buFont typeface="Arial"/>
              <a:buNone/>
            </a:pPr>
            <a:r>
              <a:rPr b="0" i="0" lang="de-DE" sz="800" u="none" cap="none" strike="noStrike">
                <a:solidFill>
                  <a:schemeClr val="dk2"/>
                </a:solidFill>
                <a:latin typeface="Arial"/>
                <a:ea typeface="Arial"/>
                <a:cs typeface="Arial"/>
                <a:sym typeface="Arial"/>
              </a:rPr>
              <a:t>Chair of High-Power Converter Systems</a:t>
            </a:r>
            <a:endParaRPr b="0" i="0" sz="800" u="none" cap="none" strike="noStrike">
              <a:solidFill>
                <a:schemeClr val="dk2"/>
              </a:solidFill>
              <a:latin typeface="Arial"/>
              <a:ea typeface="Arial"/>
              <a:cs typeface="Arial"/>
              <a:sym typeface="Arial"/>
            </a:endParaRPr>
          </a:p>
          <a:p>
            <a:pPr indent="0" lvl="0" marL="0" marR="0" rtl="0" algn="l">
              <a:lnSpc>
                <a:spcPct val="112500"/>
              </a:lnSpc>
              <a:spcBef>
                <a:spcPts val="0"/>
              </a:spcBef>
              <a:spcAft>
                <a:spcPts val="0"/>
              </a:spcAft>
              <a:buClr>
                <a:srgbClr val="000000"/>
              </a:buClr>
              <a:buSzPts val="800"/>
              <a:buFont typeface="Arial"/>
              <a:buNone/>
            </a:pPr>
            <a:r>
              <a:rPr b="0" i="0" lang="de-DE" sz="800" u="none" cap="none" strike="noStrike">
                <a:solidFill>
                  <a:schemeClr val="dk2"/>
                </a:solidFill>
                <a:latin typeface="Arial"/>
                <a:ea typeface="Arial"/>
                <a:cs typeface="Arial"/>
                <a:sym typeface="Arial"/>
              </a:rPr>
              <a:t>TUM School of Engineering and Design</a:t>
            </a:r>
            <a:endParaRPr b="0" i="0" sz="800" u="none" cap="none" strike="noStrike">
              <a:solidFill>
                <a:schemeClr val="dk2"/>
              </a:solidFill>
              <a:latin typeface="Arial"/>
              <a:ea typeface="Arial"/>
              <a:cs typeface="Arial"/>
              <a:sym typeface="Arial"/>
            </a:endParaRPr>
          </a:p>
          <a:p>
            <a:pPr indent="0" lvl="0" marL="0" marR="0" rtl="0" algn="l">
              <a:lnSpc>
                <a:spcPct val="112500"/>
              </a:lnSpc>
              <a:spcBef>
                <a:spcPts val="0"/>
              </a:spcBef>
              <a:spcAft>
                <a:spcPts val="0"/>
              </a:spcAft>
              <a:buClr>
                <a:srgbClr val="000000"/>
              </a:buClr>
              <a:buSzPts val="800"/>
              <a:buFont typeface="Arial"/>
              <a:buNone/>
            </a:pPr>
            <a:r>
              <a:rPr b="0" i="0" lang="de-DE" sz="800" u="none" cap="none" strike="noStrike">
                <a:solidFill>
                  <a:schemeClr val="dk2"/>
                </a:solidFill>
                <a:latin typeface="Arial"/>
                <a:ea typeface="Arial"/>
                <a:cs typeface="Arial"/>
                <a:sym typeface="Arial"/>
              </a:rPr>
              <a:t>Technical University of Munich</a:t>
            </a:r>
            <a:endParaRPr b="0" i="0" sz="800" u="none" cap="none" strike="noStrike">
              <a:solidFill>
                <a:schemeClr val="dk2"/>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 name="Shape 28"/>
        <p:cNvGrpSpPr/>
        <p:nvPr/>
      </p:nvGrpSpPr>
      <p:grpSpPr>
        <a:xfrm>
          <a:off x="0" y="0"/>
          <a:ext cx="0" cy="0"/>
          <a:chOff x="0" y="0"/>
          <a:chExt cx="0" cy="0"/>
        </a:xfrm>
      </p:grpSpPr>
      <p:sp>
        <p:nvSpPr>
          <p:cNvPr id="29" name="Google Shape;29;p1"/>
          <p:cNvSpPr txBox="1"/>
          <p:nvPr>
            <p:ph type="title"/>
          </p:nvPr>
        </p:nvSpPr>
        <p:spPr>
          <a:xfrm>
            <a:off x="243015" y="930000"/>
            <a:ext cx="8508900" cy="376200"/>
          </a:xfrm>
          <a:prstGeom prst="rect">
            <a:avLst/>
          </a:prstGeom>
          <a:noFill/>
          <a:ln>
            <a:noFill/>
          </a:ln>
        </p:spPr>
        <p:txBody>
          <a:bodyPr anchorCtr="0" anchor="t" bIns="0" lIns="0" spcFirstLastPara="1" rIns="0" wrap="square" tIns="0">
            <a:noAutofit/>
          </a:bodyPr>
          <a:lstStyle/>
          <a:p>
            <a:pPr indent="0" lvl="0" marL="0" rtl="0" algn="l">
              <a:lnSpc>
                <a:spcPct val="128000"/>
              </a:lnSpc>
              <a:spcBef>
                <a:spcPts val="0"/>
              </a:spcBef>
              <a:spcAft>
                <a:spcPts val="0"/>
              </a:spcAft>
              <a:buSzPts val="1400"/>
              <a:buNone/>
            </a:pPr>
            <a:r>
              <a:rPr lang="de-DE"/>
              <a:t>Benchmarking Large-Language-Model performance for Word-Sense disambiguation</a:t>
            </a:r>
            <a:endParaRPr/>
          </a:p>
        </p:txBody>
      </p:sp>
      <p:sp>
        <p:nvSpPr>
          <p:cNvPr id="30" name="Google Shape;30;p1"/>
          <p:cNvSpPr txBox="1"/>
          <p:nvPr>
            <p:ph idx="1" type="body"/>
          </p:nvPr>
        </p:nvSpPr>
        <p:spPr>
          <a:xfrm>
            <a:off x="243013" y="4187990"/>
            <a:ext cx="8508900" cy="9555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SzPts val="1400"/>
              <a:buNone/>
            </a:pPr>
            <a:r>
              <a:rPr lang="de-DE"/>
              <a:t>25.11.2025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g3ac6aea7a9d_0_42"/>
          <p:cNvSpPr txBox="1"/>
          <p:nvPr>
            <p:ph idx="12" type="sldNum"/>
          </p:nvPr>
        </p:nvSpPr>
        <p:spPr>
          <a:xfrm>
            <a:off x="6774934" y="4854985"/>
            <a:ext cx="2052000" cy="273900"/>
          </a:xfrm>
          <a:prstGeom prst="rect">
            <a:avLst/>
          </a:prstGeom>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pic>
        <p:nvPicPr>
          <p:cNvPr id="37" name="Google Shape;37;g3ac6aea7a9d_0_42" title="Figure_7.png"/>
          <p:cNvPicPr preferRelativeResize="0"/>
          <p:nvPr/>
        </p:nvPicPr>
        <p:blipFill rotWithShape="1">
          <a:blip r:embed="rId3">
            <a:alphaModFix/>
          </a:blip>
          <a:srcRect b="0" l="0" r="0" t="0"/>
          <a:stretch/>
        </p:blipFill>
        <p:spPr>
          <a:xfrm>
            <a:off x="4909300" y="1341925"/>
            <a:ext cx="2687200" cy="1745075"/>
          </a:xfrm>
          <a:prstGeom prst="rect">
            <a:avLst/>
          </a:prstGeom>
          <a:noFill/>
          <a:ln>
            <a:noFill/>
          </a:ln>
        </p:spPr>
      </p:pic>
      <p:pic>
        <p:nvPicPr>
          <p:cNvPr id="38" name="Google Shape;38;g3ac6aea7a9d_0_42" title="Figure_4.png"/>
          <p:cNvPicPr preferRelativeResize="0"/>
          <p:nvPr/>
        </p:nvPicPr>
        <p:blipFill rotWithShape="1">
          <a:blip r:embed="rId4">
            <a:alphaModFix/>
          </a:blip>
          <a:srcRect b="0" l="0" r="0" t="0"/>
          <a:stretch/>
        </p:blipFill>
        <p:spPr>
          <a:xfrm>
            <a:off x="828225" y="1341930"/>
            <a:ext cx="2687213" cy="1745082"/>
          </a:xfrm>
          <a:prstGeom prst="rect">
            <a:avLst/>
          </a:prstGeom>
          <a:noFill/>
          <a:ln>
            <a:noFill/>
          </a:ln>
        </p:spPr>
      </p:pic>
      <p:sp>
        <p:nvSpPr>
          <p:cNvPr id="39" name="Google Shape;39;g3ac6aea7a9d_0_42"/>
          <p:cNvSpPr txBox="1"/>
          <p:nvPr/>
        </p:nvSpPr>
        <p:spPr>
          <a:xfrm>
            <a:off x="1163305" y="3191750"/>
            <a:ext cx="2184000" cy="243600"/>
          </a:xfrm>
          <a:prstGeom prst="rect">
            <a:avLst/>
          </a:prstGeom>
          <a:noFill/>
          <a:ln>
            <a:noFill/>
          </a:ln>
        </p:spPr>
        <p:txBody>
          <a:bodyPr anchorCtr="0" anchor="t" bIns="72050" lIns="72050" spcFirstLastPara="1" rIns="72050" wrap="square" tIns="72050">
            <a:noAutofit/>
          </a:bodyPr>
          <a:lstStyle/>
          <a:p>
            <a:pPr indent="0" lvl="0" marL="0" marR="0" rtl="0" algn="l">
              <a:lnSpc>
                <a:spcPct val="100000"/>
              </a:lnSpc>
              <a:spcBef>
                <a:spcPts val="0"/>
              </a:spcBef>
              <a:spcAft>
                <a:spcPts val="0"/>
              </a:spcAft>
              <a:buClr>
                <a:srgbClr val="000000"/>
              </a:buClr>
              <a:buSzPts val="1103"/>
              <a:buFont typeface="Arial"/>
              <a:buNone/>
            </a:pPr>
            <a:r>
              <a:rPr b="0" i="0" lang="de-DE" sz="1103" u="none" cap="none" strike="noStrike">
                <a:solidFill>
                  <a:srgbClr val="000000"/>
                </a:solidFill>
                <a:latin typeface="Arial"/>
                <a:ea typeface="Arial"/>
                <a:cs typeface="Arial"/>
                <a:sym typeface="Arial"/>
              </a:rPr>
              <a:t>Meta-Llama-3.1-8B-Instruct</a:t>
            </a:r>
            <a:endParaRPr b="0" i="0" sz="1103" u="none" cap="none" strike="noStrike">
              <a:solidFill>
                <a:srgbClr val="000000"/>
              </a:solidFill>
              <a:latin typeface="Arial"/>
              <a:ea typeface="Arial"/>
              <a:cs typeface="Arial"/>
              <a:sym typeface="Arial"/>
            </a:endParaRPr>
          </a:p>
        </p:txBody>
      </p:sp>
      <p:sp>
        <p:nvSpPr>
          <p:cNvPr id="40" name="Google Shape;40;g3ac6aea7a9d_0_42"/>
          <p:cNvSpPr txBox="1"/>
          <p:nvPr/>
        </p:nvSpPr>
        <p:spPr>
          <a:xfrm>
            <a:off x="5083200" y="3125447"/>
            <a:ext cx="2339400" cy="37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de-DE" sz="1100" u="none" cap="none" strike="noStrike">
                <a:solidFill>
                  <a:srgbClr val="000000"/>
                </a:solidFill>
                <a:latin typeface="Arial"/>
                <a:ea typeface="Arial"/>
                <a:cs typeface="Arial"/>
                <a:sym typeface="Arial"/>
              </a:rPr>
              <a:t>Sample data (Human generated)</a:t>
            </a:r>
            <a:endParaRPr b="0" i="0" sz="1100" u="none" cap="none" strike="noStrike">
              <a:solidFill>
                <a:srgbClr val="000000"/>
              </a:solidFill>
              <a:latin typeface="Arial"/>
              <a:ea typeface="Arial"/>
              <a:cs typeface="Arial"/>
              <a:sym typeface="Arial"/>
            </a:endParaRPr>
          </a:p>
        </p:txBody>
      </p:sp>
      <p:sp>
        <p:nvSpPr>
          <p:cNvPr id="41" name="Google Shape;41;g3ac6aea7a9d_0_42"/>
          <p:cNvSpPr txBox="1"/>
          <p:nvPr/>
        </p:nvSpPr>
        <p:spPr>
          <a:xfrm>
            <a:off x="618825" y="3851125"/>
            <a:ext cx="8099400" cy="57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DE"/>
              <a:t>→ Unhesitant and a little overconfident in their answer.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g3ac6aea7a9d_0_15"/>
          <p:cNvSpPr txBox="1"/>
          <p:nvPr>
            <p:ph type="title"/>
          </p:nvPr>
        </p:nvSpPr>
        <p:spPr>
          <a:xfrm>
            <a:off x="319090" y="972000"/>
            <a:ext cx="8508900" cy="37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de-DE"/>
              <a:t>Majority vote approach</a:t>
            </a:r>
            <a:endParaRPr/>
          </a:p>
        </p:txBody>
      </p:sp>
      <p:sp>
        <p:nvSpPr>
          <p:cNvPr id="48" name="Google Shape;48;g3ac6aea7a9d_0_15"/>
          <p:cNvSpPr txBox="1"/>
          <p:nvPr>
            <p:ph idx="12" type="sldNum"/>
          </p:nvPr>
        </p:nvSpPr>
        <p:spPr>
          <a:xfrm>
            <a:off x="6774934" y="4854985"/>
            <a:ext cx="2052000" cy="273900"/>
          </a:xfrm>
          <a:prstGeom prst="rect">
            <a:avLst/>
          </a:prstGeom>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49" name="Google Shape;49;g3ac6aea7a9d_0_15"/>
          <p:cNvSpPr txBox="1"/>
          <p:nvPr/>
        </p:nvSpPr>
        <p:spPr>
          <a:xfrm>
            <a:off x="326575" y="1663475"/>
            <a:ext cx="8333100" cy="29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de-DE"/>
              <a:t>Goal</a:t>
            </a:r>
            <a:r>
              <a:rPr lang="de-DE"/>
              <a:t>: make the LLM more uncertain to qualify the result</a:t>
            </a:r>
            <a:endParaRPr/>
          </a:p>
        </p:txBody>
      </p:sp>
      <p:sp>
        <p:nvSpPr>
          <p:cNvPr id="50" name="Google Shape;50;g3ac6aea7a9d_0_15"/>
          <p:cNvSpPr txBox="1"/>
          <p:nvPr/>
        </p:nvSpPr>
        <p:spPr>
          <a:xfrm>
            <a:off x="435125" y="2222900"/>
            <a:ext cx="7297800" cy="25299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de-DE"/>
              <a:t>Basically make the LLM aware that 2, 3 or 4 aren’t </a:t>
            </a:r>
            <a:r>
              <a:rPr lang="de-DE"/>
              <a:t>invalid</a:t>
            </a:r>
            <a:r>
              <a:rPr lang="de-DE"/>
              <a:t> numbers </a:t>
            </a:r>
            <a:endParaRPr/>
          </a:p>
          <a:p>
            <a:pPr indent="0" lvl="0" marL="0" rtl="0" algn="l">
              <a:spcBef>
                <a:spcPts val="0"/>
              </a:spcBef>
              <a:spcAft>
                <a:spcPts val="0"/>
              </a:spcAft>
              <a:buNone/>
            </a:pPr>
            <a:r>
              <a:t/>
            </a:r>
            <a:endParaRPr/>
          </a:p>
          <a:p>
            <a:pPr indent="0" lvl="0" marL="0" rtl="0" algn="l">
              <a:spcBef>
                <a:spcPts val="0"/>
              </a:spcBef>
              <a:spcAft>
                <a:spcPts val="0"/>
              </a:spcAft>
              <a:buNone/>
            </a:pPr>
            <a:r>
              <a:rPr lang="de-DE"/>
              <a:t>How is it working:</a:t>
            </a:r>
            <a:endParaRPr/>
          </a:p>
          <a:p>
            <a:pPr indent="-317500" lvl="0" marL="457200" rtl="0" algn="l">
              <a:spcBef>
                <a:spcPts val="0"/>
              </a:spcBef>
              <a:spcAft>
                <a:spcPts val="0"/>
              </a:spcAft>
              <a:buSzPts val="1400"/>
              <a:buChar char="-"/>
            </a:pPr>
            <a:r>
              <a:rPr lang="de-DE"/>
              <a:t>Edit golden data for training with the majority vote for each situation</a:t>
            </a:r>
            <a:endParaRPr/>
          </a:p>
          <a:p>
            <a:pPr indent="-317500" lvl="0" marL="457200" rtl="0" algn="l">
              <a:spcBef>
                <a:spcPts val="0"/>
              </a:spcBef>
              <a:spcAft>
                <a:spcPts val="0"/>
              </a:spcAft>
              <a:buSzPts val="1400"/>
              <a:buChar char="-"/>
            </a:pPr>
            <a:r>
              <a:rPr lang="de-DE"/>
              <a:t>Edit prompt to make the model aware of this new data and prompt it to reflect the uncertainty</a:t>
            </a:r>
            <a:endParaRPr/>
          </a:p>
          <a:p>
            <a:pPr indent="0" lvl="0" marL="0" rtl="0" algn="l">
              <a:spcBef>
                <a:spcPts val="0"/>
              </a:spcBef>
              <a:spcAft>
                <a:spcPts val="0"/>
              </a:spcAft>
              <a:buNone/>
            </a:pPr>
            <a:r>
              <a:t/>
            </a:r>
            <a:endParaRPr/>
          </a:p>
          <a:p>
            <a:pPr indent="0" lvl="0" marL="0" rtl="0" algn="l">
              <a:spcBef>
                <a:spcPts val="0"/>
              </a:spcBef>
              <a:spcAft>
                <a:spcPts val="0"/>
              </a:spcAft>
              <a:buNone/>
            </a:pPr>
            <a:r>
              <a:rPr lang="de-DE"/>
              <a:t>Drawbacks: </a:t>
            </a:r>
            <a:br>
              <a:rPr lang="de-DE"/>
            </a:br>
            <a:r>
              <a:rPr lang="de-DE"/>
              <a:t>- We have to be really careful as to how mention it in the prompt because we don’t want this number to influence directly the result gave by the LLM as the LLM shouldn’t have access to ground truth at this point.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g3a3d4fd35d5_2_0"/>
          <p:cNvSpPr txBox="1"/>
          <p:nvPr>
            <p:ph type="title"/>
          </p:nvPr>
        </p:nvSpPr>
        <p:spPr>
          <a:xfrm>
            <a:off x="319090" y="972000"/>
            <a:ext cx="8508900" cy="37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de-DE"/>
              <a:t>Result of majority voting approach :</a:t>
            </a:r>
            <a:endParaRPr/>
          </a:p>
        </p:txBody>
      </p:sp>
      <p:sp>
        <p:nvSpPr>
          <p:cNvPr id="57" name="Google Shape;57;g3a3d4fd35d5_2_0"/>
          <p:cNvSpPr txBox="1"/>
          <p:nvPr>
            <p:ph idx="1" type="body"/>
          </p:nvPr>
        </p:nvSpPr>
        <p:spPr>
          <a:xfrm>
            <a:off x="319100" y="1484063"/>
            <a:ext cx="8508900" cy="219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de-DE"/>
              <a:t>We managed to have a bit more for middle results</a:t>
            </a:r>
            <a:endParaRPr/>
          </a:p>
          <a:p>
            <a:pPr indent="0" lvl="0" marL="0" rtl="0" algn="l">
              <a:spcBef>
                <a:spcPts val="0"/>
              </a:spcBef>
              <a:spcAft>
                <a:spcPts val="0"/>
              </a:spcAft>
              <a:buNone/>
            </a:pPr>
            <a:r>
              <a:rPr lang="de-DE"/>
              <a:t>Last time QWEN answered “3” less than 0.5% of the time and GPT only 2% of the time.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8" name="Google Shape;58;g3a3d4fd35d5_2_0"/>
          <p:cNvSpPr txBox="1"/>
          <p:nvPr>
            <p:ph idx="12" type="sldNum"/>
          </p:nvPr>
        </p:nvSpPr>
        <p:spPr>
          <a:xfrm>
            <a:off x="6774934" y="4854985"/>
            <a:ext cx="2052000" cy="273900"/>
          </a:xfrm>
          <a:prstGeom prst="rect">
            <a:avLst/>
          </a:prstGeom>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pic>
        <p:nvPicPr>
          <p:cNvPr id="59" name="Google Shape;59;g3a3d4fd35d5_2_0" title="QWEN.png"/>
          <p:cNvPicPr preferRelativeResize="0"/>
          <p:nvPr/>
        </p:nvPicPr>
        <p:blipFill>
          <a:blip r:embed="rId3">
            <a:alphaModFix/>
          </a:blip>
          <a:stretch>
            <a:fillRect/>
          </a:stretch>
        </p:blipFill>
        <p:spPr>
          <a:xfrm>
            <a:off x="598900" y="2520850"/>
            <a:ext cx="3653164" cy="2283225"/>
          </a:xfrm>
          <a:prstGeom prst="rect">
            <a:avLst/>
          </a:prstGeom>
          <a:noFill/>
          <a:ln>
            <a:noFill/>
          </a:ln>
        </p:spPr>
      </p:pic>
      <p:sp>
        <p:nvSpPr>
          <p:cNvPr id="60" name="Google Shape;60;g3a3d4fd35d5_2_0"/>
          <p:cNvSpPr txBox="1"/>
          <p:nvPr/>
        </p:nvSpPr>
        <p:spPr>
          <a:xfrm>
            <a:off x="807100" y="2203100"/>
            <a:ext cx="828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DE"/>
              <a:t>QWEN</a:t>
            </a:r>
            <a:endParaRPr/>
          </a:p>
        </p:txBody>
      </p:sp>
      <p:pic>
        <p:nvPicPr>
          <p:cNvPr id="61" name="Google Shape;61;g3a3d4fd35d5_2_0" title="GPT.png"/>
          <p:cNvPicPr preferRelativeResize="0"/>
          <p:nvPr/>
        </p:nvPicPr>
        <p:blipFill>
          <a:blip r:embed="rId4">
            <a:alphaModFix/>
          </a:blip>
          <a:stretch>
            <a:fillRect/>
          </a:stretch>
        </p:blipFill>
        <p:spPr>
          <a:xfrm>
            <a:off x="4746500" y="2377025"/>
            <a:ext cx="3883274" cy="2427050"/>
          </a:xfrm>
          <a:prstGeom prst="rect">
            <a:avLst/>
          </a:prstGeom>
          <a:noFill/>
          <a:ln>
            <a:noFill/>
          </a:ln>
        </p:spPr>
      </p:pic>
      <p:sp>
        <p:nvSpPr>
          <p:cNvPr id="62" name="Google Shape;62;g3a3d4fd35d5_2_0"/>
          <p:cNvSpPr txBox="1"/>
          <p:nvPr/>
        </p:nvSpPr>
        <p:spPr>
          <a:xfrm>
            <a:off x="5060600" y="2203100"/>
            <a:ext cx="865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DE"/>
              <a:t>GPT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g3ac6aea7a9d_0_63"/>
          <p:cNvSpPr txBox="1"/>
          <p:nvPr>
            <p:ph type="title"/>
          </p:nvPr>
        </p:nvSpPr>
        <p:spPr>
          <a:xfrm>
            <a:off x="319090" y="972000"/>
            <a:ext cx="8508900" cy="37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de-DE"/>
              <a:t>Progress regarding Fine-tuned LLM regression head </a:t>
            </a:r>
            <a:endParaRPr/>
          </a:p>
        </p:txBody>
      </p:sp>
      <p:sp>
        <p:nvSpPr>
          <p:cNvPr id="69" name="Google Shape;69;g3ac6aea7a9d_0_63"/>
          <p:cNvSpPr txBox="1"/>
          <p:nvPr>
            <p:ph idx="1" type="body"/>
          </p:nvPr>
        </p:nvSpPr>
        <p:spPr>
          <a:xfrm>
            <a:off x="319100" y="1484070"/>
            <a:ext cx="8508900" cy="290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de-DE"/>
              <a:t>One of the biggest issue is </a:t>
            </a:r>
            <a:r>
              <a:rPr lang="de-DE"/>
              <a:t>coming with labels, building the training target. </a:t>
            </a:r>
            <a:endParaRPr/>
          </a:p>
          <a:p>
            <a:pPr indent="-317500" lvl="0" marL="457200" rtl="0" algn="l">
              <a:spcBef>
                <a:spcPts val="0"/>
              </a:spcBef>
              <a:spcAft>
                <a:spcPts val="0"/>
              </a:spcAft>
              <a:buSzPts val="1400"/>
              <a:buChar char="-"/>
            </a:pPr>
            <a:r>
              <a:rPr lang="de-DE"/>
              <a:t>No average result. </a:t>
            </a:r>
            <a:endParaRPr/>
          </a:p>
          <a:p>
            <a:pPr indent="-317500" lvl="0" marL="457200" rtl="0" algn="l">
              <a:spcBef>
                <a:spcPts val="0"/>
              </a:spcBef>
              <a:spcAft>
                <a:spcPts val="0"/>
              </a:spcAft>
              <a:buSzPts val="1400"/>
              <a:buChar char="-"/>
            </a:pPr>
            <a:r>
              <a:rPr lang="de-DE"/>
              <a:t>Need to keep the human approach (vector and no scalar only)</a:t>
            </a:r>
            <a:endParaRPr/>
          </a:p>
          <a:p>
            <a:pPr indent="0" lvl="0" marL="0" rtl="0" algn="l">
              <a:spcBef>
                <a:spcPts val="0"/>
              </a:spcBef>
              <a:spcAft>
                <a:spcPts val="0"/>
              </a:spcAft>
              <a:buNone/>
            </a:pPr>
            <a:r>
              <a:rPr lang="de-DE"/>
              <a:t>Then:</a:t>
            </a:r>
            <a:br>
              <a:rPr lang="de-DE"/>
            </a:br>
            <a:r>
              <a:rPr lang="de-DE"/>
              <a:t>Input text (template Homonym/Judged/Context/…)</a:t>
            </a:r>
            <a:endParaRPr/>
          </a:p>
          <a:p>
            <a:pPr indent="0" lvl="0" marL="0" rtl="0" algn="l">
              <a:spcBef>
                <a:spcPts val="0"/>
              </a:spcBef>
              <a:spcAft>
                <a:spcPts val="0"/>
              </a:spcAft>
              <a:buNone/>
            </a:pPr>
            <a:r>
              <a:rPr lang="de-DE"/>
              <a:t>Tokenizer → LLaMA-3.1-8B-Instruct (4-bit, frozen, device_map="auto")</a:t>
            </a:r>
            <a:endParaRPr/>
          </a:p>
          <a:p>
            <a:pPr indent="0" lvl="0" marL="0" rtl="0" algn="l">
              <a:spcBef>
                <a:spcPts val="0"/>
              </a:spcBef>
              <a:spcAft>
                <a:spcPts val="0"/>
              </a:spcAft>
              <a:buNone/>
            </a:pPr>
            <a:r>
              <a:rPr lang="de-DE"/>
              <a:t>last_hidden_state → Mean Pooling (sur attention_mask)</a:t>
            </a:r>
            <a:endParaRPr/>
          </a:p>
          <a:p>
            <a:pPr indent="0" lvl="0" marL="0" rtl="0" algn="l">
              <a:spcBef>
                <a:spcPts val="0"/>
              </a:spcBef>
              <a:spcAft>
                <a:spcPts val="0"/>
              </a:spcAft>
              <a:buNone/>
            </a:pPr>
            <a:r>
              <a:rPr lang="de-DE"/>
              <a:t>Embedding vector (dim = 4096)</a:t>
            </a:r>
            <a:endParaRPr/>
          </a:p>
          <a:p>
            <a:pPr indent="0" lvl="0" marL="0" rtl="0" algn="l">
              <a:spcBef>
                <a:spcPts val="0"/>
              </a:spcBef>
              <a:spcAft>
                <a:spcPts val="0"/>
              </a:spcAft>
              <a:buNone/>
            </a:pPr>
            <a:r>
              <a:rPr lang="de-DE"/>
              <a:t>Regressor Head (seul trainable – 3 couches)</a:t>
            </a:r>
            <a:endParaRPr/>
          </a:p>
          <a:p>
            <a:pPr indent="0" lvl="0" marL="0" rtl="0" algn="l">
              <a:spcBef>
                <a:spcPts val="0"/>
              </a:spcBef>
              <a:spcAft>
                <a:spcPts val="0"/>
              </a:spcAft>
              <a:buClr>
                <a:schemeClr val="dk1"/>
              </a:buClr>
              <a:buSzPts val="1100"/>
              <a:buFont typeface="Arial"/>
              <a:buNone/>
            </a:pPr>
            <a:r>
              <a:rPr lang="de-DE"/>
              <a:t>Prédiction scalaire (1–5)</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0" name="Google Shape;70;g3ac6aea7a9d_0_63"/>
          <p:cNvSpPr txBox="1"/>
          <p:nvPr>
            <p:ph idx="12" type="sldNum"/>
          </p:nvPr>
        </p:nvSpPr>
        <p:spPr>
          <a:xfrm>
            <a:off x="6774934" y="4854985"/>
            <a:ext cx="2052000" cy="273900"/>
          </a:xfrm>
          <a:prstGeom prst="rect">
            <a:avLst/>
          </a:prstGeom>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cxnSp>
        <p:nvCxnSpPr>
          <p:cNvPr id="71" name="Google Shape;71;g3ac6aea7a9d_0_63"/>
          <p:cNvCxnSpPr/>
          <p:nvPr/>
        </p:nvCxnSpPr>
        <p:spPr>
          <a:xfrm>
            <a:off x="167925" y="2840575"/>
            <a:ext cx="16800" cy="16701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g3ac6aea7a9d_0_56"/>
          <p:cNvSpPr txBox="1"/>
          <p:nvPr>
            <p:ph idx="1" type="body"/>
          </p:nvPr>
        </p:nvSpPr>
        <p:spPr>
          <a:xfrm>
            <a:off x="143738" y="2093990"/>
            <a:ext cx="8508900" cy="955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de-DE" sz="2300"/>
              <a:t>Thanks for your attention </a:t>
            </a:r>
            <a:endParaRPr b="1" sz="2300"/>
          </a:p>
        </p:txBody>
      </p:sp>
      <p:sp>
        <p:nvSpPr>
          <p:cNvPr id="78" name="Google Shape;78;g3ac6aea7a9d_0_56"/>
          <p:cNvSpPr txBox="1"/>
          <p:nvPr>
            <p:ph idx="12" type="sldNum"/>
          </p:nvPr>
        </p:nvSpPr>
        <p:spPr>
          <a:xfrm>
            <a:off x="6774934" y="4854985"/>
            <a:ext cx="2052000" cy="273900"/>
          </a:xfrm>
          <a:prstGeom prst="rect">
            <a:avLst/>
          </a:prstGeom>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3"/>
          <p:cNvSpPr txBox="1"/>
          <p:nvPr>
            <p:ph type="title"/>
          </p:nvPr>
        </p:nvSpPr>
        <p:spPr>
          <a:xfrm>
            <a:off x="317490" y="849900"/>
            <a:ext cx="8508900" cy="376200"/>
          </a:xfrm>
          <a:prstGeom prst="rect">
            <a:avLst/>
          </a:prstGeom>
          <a:noFill/>
          <a:ln>
            <a:noFill/>
          </a:ln>
        </p:spPr>
        <p:txBody>
          <a:bodyPr anchorCtr="0" anchor="t" bIns="0" lIns="0" spcFirstLastPara="1" rIns="0" wrap="square" tIns="0">
            <a:noAutofit/>
          </a:bodyPr>
          <a:lstStyle/>
          <a:p>
            <a:pPr indent="0" lvl="0" marL="0" rtl="0" algn="l">
              <a:lnSpc>
                <a:spcPct val="128000"/>
              </a:lnSpc>
              <a:spcBef>
                <a:spcPts val="0"/>
              </a:spcBef>
              <a:spcAft>
                <a:spcPts val="0"/>
              </a:spcAft>
              <a:buSzPts val="1400"/>
              <a:buNone/>
            </a:pPr>
            <a:r>
              <a:rPr lang="de-DE"/>
              <a:t>Recap</a:t>
            </a:r>
            <a:endParaRPr/>
          </a:p>
        </p:txBody>
      </p:sp>
      <p:sp>
        <p:nvSpPr>
          <p:cNvPr id="84" name="Google Shape;84;p3"/>
          <p:cNvSpPr txBox="1"/>
          <p:nvPr>
            <p:ph idx="1" type="body"/>
          </p:nvPr>
        </p:nvSpPr>
        <p:spPr>
          <a:xfrm>
            <a:off x="317500" y="1369100"/>
            <a:ext cx="4093200" cy="3269700"/>
          </a:xfrm>
          <a:prstGeom prst="rect">
            <a:avLst/>
          </a:prstGeom>
          <a:noFill/>
          <a:ln>
            <a:noFill/>
          </a:ln>
        </p:spPr>
        <p:txBody>
          <a:bodyPr anchorCtr="0" anchor="t" bIns="0" lIns="0" spcFirstLastPara="1" rIns="0" wrap="square" tIns="0">
            <a:noAutofit/>
          </a:bodyPr>
          <a:lstStyle/>
          <a:p>
            <a:pPr indent="-317500" lvl="0" marL="457200" rtl="0" algn="l">
              <a:lnSpc>
                <a:spcPct val="150000"/>
              </a:lnSpc>
              <a:spcBef>
                <a:spcPts val="0"/>
              </a:spcBef>
              <a:spcAft>
                <a:spcPts val="0"/>
              </a:spcAft>
              <a:buClr>
                <a:schemeClr val="dk1"/>
              </a:buClr>
              <a:buSzPts val="1400"/>
              <a:buChar char="●"/>
            </a:pPr>
            <a:r>
              <a:rPr lang="de-DE">
                <a:solidFill>
                  <a:schemeClr val="dk1"/>
                </a:solidFill>
              </a:rPr>
              <a:t>Restructure data for low-hallucination/</a:t>
            </a:r>
            <a:endParaRPr>
              <a:solidFill>
                <a:schemeClr val="dk1"/>
              </a:solidFill>
            </a:endParaRPr>
          </a:p>
          <a:p>
            <a:pPr indent="-311150" lvl="1" marL="914400" rtl="0" algn="l">
              <a:lnSpc>
                <a:spcPct val="150000"/>
              </a:lnSpc>
              <a:spcBef>
                <a:spcPts val="0"/>
              </a:spcBef>
              <a:spcAft>
                <a:spcPts val="0"/>
              </a:spcAft>
              <a:buClr>
                <a:schemeClr val="dk1"/>
              </a:buClr>
              <a:buSzPts val="1300"/>
              <a:buChar char="○"/>
            </a:pPr>
            <a:r>
              <a:rPr lang="de-DE" sz="1300"/>
              <a:t>Minifying the json results in a hallucinations/unwanted artifacts</a:t>
            </a:r>
            <a:endParaRPr sz="1300">
              <a:solidFill>
                <a:schemeClr val="dk1"/>
              </a:solidFill>
            </a:endParaRPr>
          </a:p>
          <a:p>
            <a:pPr indent="-317500" lvl="0" marL="457200" rtl="0" algn="l">
              <a:lnSpc>
                <a:spcPct val="150000"/>
              </a:lnSpc>
              <a:spcBef>
                <a:spcPts val="0"/>
              </a:spcBef>
              <a:spcAft>
                <a:spcPts val="0"/>
              </a:spcAft>
              <a:buClr>
                <a:schemeClr val="dk1"/>
              </a:buClr>
              <a:buSzPts val="1400"/>
              <a:buChar char="●"/>
            </a:pPr>
            <a:r>
              <a:rPr lang="de-DE">
                <a:solidFill>
                  <a:schemeClr val="dk1"/>
                </a:solidFill>
              </a:rPr>
              <a:t>Ingest every json entry one-by-one</a:t>
            </a:r>
            <a:endParaRPr>
              <a:solidFill>
                <a:schemeClr val="dk1"/>
              </a:solidFill>
            </a:endParaRPr>
          </a:p>
          <a:p>
            <a:pPr indent="-317500" lvl="0" marL="457200" rtl="0" algn="l">
              <a:lnSpc>
                <a:spcPct val="150000"/>
              </a:lnSpc>
              <a:spcBef>
                <a:spcPts val="0"/>
              </a:spcBef>
              <a:spcAft>
                <a:spcPts val="0"/>
              </a:spcAft>
              <a:buClr>
                <a:schemeClr val="dk1"/>
              </a:buClr>
              <a:buSzPts val="1400"/>
              <a:buChar char="●"/>
            </a:pPr>
            <a:r>
              <a:rPr lang="de-DE">
                <a:solidFill>
                  <a:schemeClr val="dk1"/>
                </a:solidFill>
              </a:rPr>
              <a:t>Use the training dataset (3000 entries) in order to further optimize performance</a:t>
            </a:r>
            <a:endParaRPr>
              <a:solidFill>
                <a:schemeClr val="dk1"/>
              </a:solidFill>
            </a:endParaRPr>
          </a:p>
          <a:p>
            <a:pPr indent="-317500" lvl="0" marL="457200" rtl="0" algn="l">
              <a:lnSpc>
                <a:spcPct val="150000"/>
              </a:lnSpc>
              <a:spcBef>
                <a:spcPts val="0"/>
              </a:spcBef>
              <a:spcAft>
                <a:spcPts val="0"/>
              </a:spcAft>
              <a:buClr>
                <a:schemeClr val="dk1"/>
              </a:buClr>
              <a:buSzPts val="1400"/>
              <a:buChar char="●"/>
            </a:pPr>
            <a:r>
              <a:rPr lang="de-DE">
                <a:solidFill>
                  <a:schemeClr val="dk1"/>
                </a:solidFill>
              </a:rPr>
              <a:t>Test different models and approaches</a:t>
            </a:r>
            <a:endParaRPr>
              <a:solidFill>
                <a:schemeClr val="dk1"/>
              </a:solidFill>
            </a:endParaRPr>
          </a:p>
          <a:p>
            <a:pPr indent="-311150" lvl="1" marL="914400" rtl="0" algn="l">
              <a:lnSpc>
                <a:spcPct val="150000"/>
              </a:lnSpc>
              <a:spcBef>
                <a:spcPts val="0"/>
              </a:spcBef>
              <a:spcAft>
                <a:spcPts val="0"/>
              </a:spcAft>
              <a:buClr>
                <a:schemeClr val="dk1"/>
              </a:buClr>
              <a:buSzPts val="1300"/>
              <a:buChar char="○"/>
            </a:pPr>
            <a:r>
              <a:rPr lang="de-DE" sz="1300">
                <a:solidFill>
                  <a:schemeClr val="dk1"/>
                </a:solidFill>
              </a:rPr>
              <a:t>LLMs (prompt engineering, data manipulation)</a:t>
            </a:r>
            <a:endParaRPr sz="1300">
              <a:solidFill>
                <a:schemeClr val="dk1"/>
              </a:solidFill>
            </a:endParaRPr>
          </a:p>
          <a:p>
            <a:pPr indent="-311150" lvl="1" marL="914400" rtl="0" algn="l">
              <a:lnSpc>
                <a:spcPct val="150000"/>
              </a:lnSpc>
              <a:spcBef>
                <a:spcPts val="0"/>
              </a:spcBef>
              <a:spcAft>
                <a:spcPts val="0"/>
              </a:spcAft>
              <a:buSzPts val="1300"/>
              <a:buChar char="○"/>
            </a:pPr>
            <a:r>
              <a:rPr lang="de-DE" sz="1300"/>
              <a:t>LLMs (fine-tuning)</a:t>
            </a:r>
            <a:endParaRPr sz="1300"/>
          </a:p>
          <a:p>
            <a:pPr indent="-311150" lvl="1" marL="914400" rtl="0" algn="l">
              <a:lnSpc>
                <a:spcPct val="150000"/>
              </a:lnSpc>
              <a:spcBef>
                <a:spcPts val="0"/>
              </a:spcBef>
              <a:spcAft>
                <a:spcPts val="0"/>
              </a:spcAft>
              <a:buSzPts val="1300"/>
              <a:buChar char="○"/>
            </a:pPr>
            <a:r>
              <a:rPr lang="de-DE" sz="1300"/>
              <a:t>Classification models</a:t>
            </a:r>
            <a:endParaRPr sz="1300"/>
          </a:p>
          <a:p>
            <a:pPr indent="0" lvl="0" marL="0" rtl="0" algn="l">
              <a:lnSpc>
                <a:spcPct val="150000"/>
              </a:lnSpc>
              <a:spcBef>
                <a:spcPts val="0"/>
              </a:spcBef>
              <a:spcAft>
                <a:spcPts val="0"/>
              </a:spcAft>
              <a:buSzPts val="1400"/>
              <a:buNone/>
            </a:pPr>
            <a:r>
              <a:t/>
            </a:r>
            <a:endParaRPr/>
          </a:p>
        </p:txBody>
      </p:sp>
      <p:sp>
        <p:nvSpPr>
          <p:cNvPr id="85" name="Google Shape;85;p3"/>
          <p:cNvSpPr/>
          <p:nvPr/>
        </p:nvSpPr>
        <p:spPr>
          <a:xfrm rot="5400000">
            <a:off x="6017450" y="1879675"/>
            <a:ext cx="279600" cy="18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3"/>
          <p:cNvSpPr/>
          <p:nvPr/>
        </p:nvSpPr>
        <p:spPr>
          <a:xfrm rot="5400000">
            <a:off x="6017450" y="2745925"/>
            <a:ext cx="279600" cy="18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3"/>
          <p:cNvSpPr/>
          <p:nvPr/>
        </p:nvSpPr>
        <p:spPr>
          <a:xfrm rot="5400000">
            <a:off x="6017450" y="4026000"/>
            <a:ext cx="279600" cy="18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g3a5738715de_0_11"/>
          <p:cNvSpPr txBox="1"/>
          <p:nvPr>
            <p:ph type="title"/>
          </p:nvPr>
        </p:nvSpPr>
        <p:spPr>
          <a:xfrm>
            <a:off x="319090" y="934550"/>
            <a:ext cx="8508900" cy="376200"/>
          </a:xfrm>
          <a:prstGeom prst="rect">
            <a:avLst/>
          </a:prstGeom>
          <a:noFill/>
          <a:ln>
            <a:noFill/>
          </a:ln>
        </p:spPr>
        <p:txBody>
          <a:bodyPr anchorCtr="0" anchor="t" bIns="0" lIns="0" spcFirstLastPara="1" rIns="0" wrap="square" tIns="0">
            <a:noAutofit/>
          </a:bodyPr>
          <a:lstStyle/>
          <a:p>
            <a:pPr indent="0" lvl="0" marL="0" rtl="0" algn="l">
              <a:lnSpc>
                <a:spcPct val="128000"/>
              </a:lnSpc>
              <a:spcBef>
                <a:spcPts val="0"/>
              </a:spcBef>
              <a:spcAft>
                <a:spcPts val="0"/>
              </a:spcAft>
              <a:buSzPts val="1400"/>
              <a:buNone/>
            </a:pPr>
            <a:r>
              <a:rPr lang="de-DE"/>
              <a:t>Benchmarks/Observations(1)</a:t>
            </a:r>
            <a:endParaRPr/>
          </a:p>
        </p:txBody>
      </p:sp>
      <p:sp>
        <p:nvSpPr>
          <p:cNvPr id="94" name="Google Shape;94;g3a5738715de_0_11"/>
          <p:cNvSpPr txBox="1"/>
          <p:nvPr>
            <p:ph idx="1" type="body"/>
          </p:nvPr>
        </p:nvSpPr>
        <p:spPr>
          <a:xfrm>
            <a:off x="319100" y="1484050"/>
            <a:ext cx="4170600" cy="3199800"/>
          </a:xfrm>
          <a:prstGeom prst="rect">
            <a:avLst/>
          </a:prstGeom>
          <a:noFill/>
          <a:ln>
            <a:noFill/>
          </a:ln>
        </p:spPr>
        <p:txBody>
          <a:bodyPr anchorCtr="0" anchor="t" bIns="0" lIns="0" spcFirstLastPara="1" rIns="0" wrap="square" tIns="0">
            <a:noAutofit/>
          </a:bodyPr>
          <a:lstStyle/>
          <a:p>
            <a:pPr indent="-317500" lvl="0" marL="457200" rtl="0" algn="l">
              <a:lnSpc>
                <a:spcPct val="150000"/>
              </a:lnSpc>
              <a:spcBef>
                <a:spcPts val="0"/>
              </a:spcBef>
              <a:spcAft>
                <a:spcPts val="0"/>
              </a:spcAft>
              <a:buSzPts val="1400"/>
              <a:buChar char="●"/>
            </a:pPr>
            <a:r>
              <a:rPr lang="de-DE"/>
              <a:t>OpenAI’s model shows alignment with data</a:t>
            </a:r>
            <a:endParaRPr/>
          </a:p>
          <a:p>
            <a:pPr indent="-317500" lvl="0" marL="457200" rtl="0" algn="l">
              <a:lnSpc>
                <a:spcPct val="150000"/>
              </a:lnSpc>
              <a:spcBef>
                <a:spcPts val="0"/>
              </a:spcBef>
              <a:spcAft>
                <a:spcPts val="0"/>
              </a:spcAft>
              <a:buSzPts val="1400"/>
              <a:buChar char="●"/>
            </a:pPr>
            <a:r>
              <a:rPr lang="de-DE"/>
              <a:t>Models vary greatly </a:t>
            </a:r>
            <a:endParaRPr/>
          </a:p>
          <a:p>
            <a:pPr indent="-311150" lvl="1" marL="914400" rtl="0" algn="l">
              <a:lnSpc>
                <a:spcPct val="150000"/>
              </a:lnSpc>
              <a:spcBef>
                <a:spcPts val="0"/>
              </a:spcBef>
              <a:spcAft>
                <a:spcPts val="0"/>
              </a:spcAft>
              <a:buSzPts val="1300"/>
              <a:buChar char="○"/>
            </a:pPr>
            <a:r>
              <a:rPr lang="de-DE" sz="1300"/>
              <a:t>Each one has obvious weaknesses</a:t>
            </a:r>
            <a:endParaRPr sz="1300"/>
          </a:p>
          <a:p>
            <a:pPr indent="-317500" lvl="0" marL="457200" rtl="0" algn="l">
              <a:lnSpc>
                <a:spcPct val="150000"/>
              </a:lnSpc>
              <a:spcBef>
                <a:spcPts val="0"/>
              </a:spcBef>
              <a:spcAft>
                <a:spcPts val="0"/>
              </a:spcAft>
              <a:buSzPts val="1400"/>
              <a:buChar char="●"/>
            </a:pPr>
            <a:r>
              <a:rPr lang="de-DE"/>
              <a:t>Hallucination rate can be rather high</a:t>
            </a:r>
            <a:endParaRPr/>
          </a:p>
          <a:p>
            <a:pPr indent="-317500" lvl="0" marL="457200" rtl="0" algn="l">
              <a:lnSpc>
                <a:spcPct val="150000"/>
              </a:lnSpc>
              <a:spcBef>
                <a:spcPts val="0"/>
              </a:spcBef>
              <a:spcAft>
                <a:spcPts val="0"/>
              </a:spcAft>
              <a:buSzPts val="1400"/>
              <a:buChar char="●"/>
            </a:pPr>
            <a:r>
              <a:rPr lang="de-DE"/>
              <a:t>Sample rate is too low for evaluating prompt efficacy</a:t>
            </a:r>
            <a:endParaRPr/>
          </a:p>
          <a:p>
            <a:pPr indent="-317500" lvl="0" marL="457200" rtl="0" algn="l">
              <a:lnSpc>
                <a:spcPct val="150000"/>
              </a:lnSpc>
              <a:spcBef>
                <a:spcPts val="0"/>
              </a:spcBef>
              <a:spcAft>
                <a:spcPts val="0"/>
              </a:spcAft>
              <a:buSzPts val="1400"/>
              <a:buChar char="●"/>
            </a:pPr>
            <a:r>
              <a:rPr lang="de-DE"/>
              <a:t>Deviation from the dataset doesn’t imply that the model is bad at WSD</a:t>
            </a:r>
            <a:endParaRPr/>
          </a:p>
          <a:p>
            <a:pPr indent="-311150" lvl="1" marL="914400" rtl="0" algn="l">
              <a:lnSpc>
                <a:spcPct val="150000"/>
              </a:lnSpc>
              <a:spcBef>
                <a:spcPts val="0"/>
              </a:spcBef>
              <a:spcAft>
                <a:spcPts val="0"/>
              </a:spcAft>
              <a:buSzPts val="1300"/>
              <a:buChar char="○"/>
            </a:pPr>
            <a:r>
              <a:rPr lang="de-DE" sz="1300"/>
              <a:t>Human data is very polluted</a:t>
            </a:r>
            <a:endParaRPr sz="1300"/>
          </a:p>
          <a:p>
            <a:pPr indent="-311150" lvl="0" marL="457200" rtl="0" algn="l">
              <a:lnSpc>
                <a:spcPct val="150000"/>
              </a:lnSpc>
              <a:spcBef>
                <a:spcPts val="0"/>
              </a:spcBef>
              <a:spcAft>
                <a:spcPts val="0"/>
              </a:spcAft>
              <a:buSzPts val="1300"/>
              <a:buChar char="●"/>
            </a:pPr>
            <a:r>
              <a:rPr lang="de-DE" sz="1300"/>
              <a:t>Models tend to rate very confidently</a:t>
            </a:r>
            <a:endParaRPr sz="1300"/>
          </a:p>
          <a:p>
            <a:pPr indent="0" lvl="0" marL="0" rtl="0" algn="l">
              <a:lnSpc>
                <a:spcPct val="150000"/>
              </a:lnSpc>
              <a:spcBef>
                <a:spcPts val="0"/>
              </a:spcBef>
              <a:spcAft>
                <a:spcPts val="0"/>
              </a:spcAft>
              <a:buSzPts val="1400"/>
              <a:buNone/>
            </a:pPr>
            <a:r>
              <a:rPr lang="de-DE" sz="1400"/>
              <a:t> </a:t>
            </a:r>
            <a:endParaRPr sz="1400"/>
          </a:p>
        </p:txBody>
      </p:sp>
      <p:sp>
        <p:nvSpPr>
          <p:cNvPr id="95" name="Google Shape;95;g3a5738715de_0_11"/>
          <p:cNvSpPr txBox="1"/>
          <p:nvPr>
            <p:ph idx="12" type="sldNum"/>
          </p:nvPr>
        </p:nvSpPr>
        <p:spPr>
          <a:xfrm>
            <a:off x="6774934" y="4854985"/>
            <a:ext cx="2052000" cy="273900"/>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de-DE"/>
              <a:t>‹#›</a:t>
            </a:fld>
            <a:endParaRPr/>
          </a:p>
        </p:txBody>
      </p:sp>
      <p:pic>
        <p:nvPicPr>
          <p:cNvPr id="96" name="Google Shape;96;g3a5738715de_0_11" title="Figure_3.png"/>
          <p:cNvPicPr preferRelativeResize="0"/>
          <p:nvPr/>
        </p:nvPicPr>
        <p:blipFill rotWithShape="1">
          <a:blip r:embed="rId3">
            <a:alphaModFix/>
          </a:blip>
          <a:srcRect b="0" l="0" r="0" t="0"/>
          <a:stretch/>
        </p:blipFill>
        <p:spPr>
          <a:xfrm>
            <a:off x="4489700" y="722600"/>
            <a:ext cx="4314425" cy="2588650"/>
          </a:xfrm>
          <a:prstGeom prst="rect">
            <a:avLst/>
          </a:prstGeom>
          <a:noFill/>
          <a:ln>
            <a:noFill/>
          </a:ln>
        </p:spPr>
      </p:pic>
      <p:pic>
        <p:nvPicPr>
          <p:cNvPr id="97" name="Google Shape;97;g3a5738715de_0_11" title="Screenshot from 2025-11-25 01-26-45.png"/>
          <p:cNvPicPr preferRelativeResize="0"/>
          <p:nvPr/>
        </p:nvPicPr>
        <p:blipFill rotWithShape="1">
          <a:blip r:embed="rId4">
            <a:alphaModFix/>
          </a:blip>
          <a:srcRect b="0" l="0" r="0" t="0"/>
          <a:stretch/>
        </p:blipFill>
        <p:spPr>
          <a:xfrm>
            <a:off x="5850850" y="3403463"/>
            <a:ext cx="1762050" cy="991150"/>
          </a:xfrm>
          <a:prstGeom prst="rect">
            <a:avLst/>
          </a:prstGeom>
          <a:noFill/>
          <a:ln>
            <a:noFill/>
          </a:ln>
        </p:spPr>
      </p:pic>
      <p:sp>
        <p:nvSpPr>
          <p:cNvPr id="98" name="Google Shape;98;g3a5738715de_0_11"/>
          <p:cNvSpPr txBox="1"/>
          <p:nvPr/>
        </p:nvSpPr>
        <p:spPr>
          <a:xfrm>
            <a:off x="5833525" y="4470888"/>
            <a:ext cx="17967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0" i="0" lang="de-DE" sz="800" u="none" cap="none" strike="noStrike">
                <a:solidFill>
                  <a:srgbClr val="000000"/>
                </a:solidFill>
                <a:latin typeface="Arial"/>
                <a:ea typeface="Arial"/>
                <a:cs typeface="Arial"/>
                <a:sym typeface="Arial"/>
              </a:rPr>
              <a:t>An example of a hallucination</a:t>
            </a:r>
            <a:endParaRPr b="0" i="0" sz="8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a972b4e249_0_23"/>
          <p:cNvSpPr txBox="1"/>
          <p:nvPr>
            <p:ph type="title"/>
          </p:nvPr>
        </p:nvSpPr>
        <p:spPr>
          <a:xfrm>
            <a:off x="317540" y="770875"/>
            <a:ext cx="8508900" cy="376200"/>
          </a:xfrm>
          <a:prstGeom prst="rect">
            <a:avLst/>
          </a:prstGeom>
          <a:noFill/>
          <a:ln>
            <a:noFill/>
          </a:ln>
        </p:spPr>
        <p:txBody>
          <a:bodyPr anchorCtr="0" anchor="t" bIns="0" lIns="0" spcFirstLastPara="1" rIns="0" wrap="square" tIns="0">
            <a:noAutofit/>
          </a:bodyPr>
          <a:lstStyle/>
          <a:p>
            <a:pPr indent="0" lvl="0" marL="0" rtl="0" algn="l">
              <a:lnSpc>
                <a:spcPct val="128000"/>
              </a:lnSpc>
              <a:spcBef>
                <a:spcPts val="0"/>
              </a:spcBef>
              <a:spcAft>
                <a:spcPts val="0"/>
              </a:spcAft>
              <a:buSzPts val="1400"/>
              <a:buNone/>
            </a:pPr>
            <a:r>
              <a:rPr lang="de-DE"/>
              <a:t>Benchmarks/Observations(2)</a:t>
            </a:r>
            <a:endParaRPr/>
          </a:p>
        </p:txBody>
      </p:sp>
      <p:sp>
        <p:nvSpPr>
          <p:cNvPr id="105" name="Google Shape;105;g3a972b4e249_0_23"/>
          <p:cNvSpPr txBox="1"/>
          <p:nvPr>
            <p:ph idx="1" type="body"/>
          </p:nvPr>
        </p:nvSpPr>
        <p:spPr>
          <a:xfrm>
            <a:off x="496909" y="1147075"/>
            <a:ext cx="7745400" cy="753000"/>
          </a:xfrm>
          <a:prstGeom prst="rect">
            <a:avLst/>
          </a:prstGeom>
          <a:noFill/>
          <a:ln>
            <a:noFill/>
          </a:ln>
        </p:spPr>
        <p:txBody>
          <a:bodyPr anchorCtr="0" anchor="t" bIns="72050" lIns="72050" spcFirstLastPara="1" rIns="72050" wrap="square" tIns="72050">
            <a:noAutofit/>
          </a:bodyPr>
          <a:lstStyle/>
          <a:p>
            <a:pPr indent="0" lvl="0" marL="0" rtl="0" algn="l">
              <a:lnSpc>
                <a:spcPct val="150000"/>
              </a:lnSpc>
              <a:spcBef>
                <a:spcPts val="0"/>
              </a:spcBef>
              <a:spcAft>
                <a:spcPts val="0"/>
              </a:spcAft>
              <a:buSzPts val="1400"/>
              <a:buNone/>
            </a:pPr>
            <a:r>
              <a:t/>
            </a:r>
            <a:endParaRPr sz="1103"/>
          </a:p>
        </p:txBody>
      </p:sp>
      <p:sp>
        <p:nvSpPr>
          <p:cNvPr id="106" name="Google Shape;106;g3a972b4e249_0_23"/>
          <p:cNvSpPr txBox="1"/>
          <p:nvPr>
            <p:ph idx="12" type="sldNum"/>
          </p:nvPr>
        </p:nvSpPr>
        <p:spPr>
          <a:xfrm>
            <a:off x="6774934" y="4854985"/>
            <a:ext cx="2052000" cy="273900"/>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SzPts val="1100"/>
              <a:buNone/>
            </a:pPr>
            <a:fld id="{00000000-1234-1234-1234-123412341234}" type="slidenum">
              <a:rPr lang="de-DE"/>
              <a:t>‹#›</a:t>
            </a:fld>
            <a:endParaRPr/>
          </a:p>
        </p:txBody>
      </p:sp>
      <p:pic>
        <p:nvPicPr>
          <p:cNvPr id="107" name="Google Shape;107;g3a972b4e249_0_23" title="Figure_4.png"/>
          <p:cNvPicPr preferRelativeResize="0"/>
          <p:nvPr/>
        </p:nvPicPr>
        <p:blipFill rotWithShape="1">
          <a:blip r:embed="rId3">
            <a:alphaModFix/>
          </a:blip>
          <a:srcRect b="0" l="0" r="0" t="0"/>
          <a:stretch/>
        </p:blipFill>
        <p:spPr>
          <a:xfrm>
            <a:off x="254450" y="1394105"/>
            <a:ext cx="2687213" cy="1745082"/>
          </a:xfrm>
          <a:prstGeom prst="rect">
            <a:avLst/>
          </a:prstGeom>
          <a:noFill/>
          <a:ln>
            <a:noFill/>
          </a:ln>
        </p:spPr>
      </p:pic>
      <p:pic>
        <p:nvPicPr>
          <p:cNvPr id="108" name="Google Shape;108;g3a972b4e249_0_23" title="Figure_5.png"/>
          <p:cNvPicPr preferRelativeResize="0"/>
          <p:nvPr/>
        </p:nvPicPr>
        <p:blipFill rotWithShape="1">
          <a:blip r:embed="rId4">
            <a:alphaModFix/>
          </a:blip>
          <a:srcRect b="0" l="0" r="0" t="0"/>
          <a:stretch/>
        </p:blipFill>
        <p:spPr>
          <a:xfrm>
            <a:off x="3055642" y="1394097"/>
            <a:ext cx="2687218" cy="1745094"/>
          </a:xfrm>
          <a:prstGeom prst="rect">
            <a:avLst/>
          </a:prstGeom>
          <a:noFill/>
          <a:ln>
            <a:noFill/>
          </a:ln>
        </p:spPr>
      </p:pic>
      <p:pic>
        <p:nvPicPr>
          <p:cNvPr id="109" name="Google Shape;109;g3a972b4e249_0_23" title="Figure_6.png"/>
          <p:cNvPicPr preferRelativeResize="0"/>
          <p:nvPr/>
        </p:nvPicPr>
        <p:blipFill rotWithShape="1">
          <a:blip r:embed="rId5">
            <a:alphaModFix/>
          </a:blip>
          <a:srcRect b="0" l="0" r="0" t="0"/>
          <a:stretch/>
        </p:blipFill>
        <p:spPr>
          <a:xfrm>
            <a:off x="5811061" y="1394095"/>
            <a:ext cx="2687213" cy="1745102"/>
          </a:xfrm>
          <a:prstGeom prst="rect">
            <a:avLst/>
          </a:prstGeom>
          <a:noFill/>
          <a:ln>
            <a:noFill/>
          </a:ln>
        </p:spPr>
      </p:pic>
      <p:sp>
        <p:nvSpPr>
          <p:cNvPr id="110" name="Google Shape;110;g3a972b4e249_0_23"/>
          <p:cNvSpPr txBox="1"/>
          <p:nvPr/>
        </p:nvSpPr>
        <p:spPr>
          <a:xfrm>
            <a:off x="539930" y="3093900"/>
            <a:ext cx="2184000" cy="243600"/>
          </a:xfrm>
          <a:prstGeom prst="rect">
            <a:avLst/>
          </a:prstGeom>
          <a:noFill/>
          <a:ln>
            <a:noFill/>
          </a:ln>
        </p:spPr>
        <p:txBody>
          <a:bodyPr anchorCtr="0" anchor="t" bIns="72050" lIns="72050" spcFirstLastPara="1" rIns="72050" wrap="square" tIns="72050">
            <a:noAutofit/>
          </a:bodyPr>
          <a:lstStyle/>
          <a:p>
            <a:pPr indent="0" lvl="0" marL="0" marR="0" rtl="0" algn="l">
              <a:lnSpc>
                <a:spcPct val="100000"/>
              </a:lnSpc>
              <a:spcBef>
                <a:spcPts val="0"/>
              </a:spcBef>
              <a:spcAft>
                <a:spcPts val="0"/>
              </a:spcAft>
              <a:buClr>
                <a:srgbClr val="000000"/>
              </a:buClr>
              <a:buSzPts val="1103"/>
              <a:buFont typeface="Arial"/>
              <a:buNone/>
            </a:pPr>
            <a:r>
              <a:rPr b="0" i="0" lang="de-DE" sz="1103" u="none" cap="none" strike="noStrike">
                <a:solidFill>
                  <a:srgbClr val="000000"/>
                </a:solidFill>
                <a:latin typeface="Arial"/>
                <a:ea typeface="Arial"/>
                <a:cs typeface="Arial"/>
                <a:sym typeface="Arial"/>
              </a:rPr>
              <a:t>Meta-Llama-3.1-8B-Instruct</a:t>
            </a:r>
            <a:endParaRPr b="0" i="0" sz="1103" u="none" cap="none" strike="noStrike">
              <a:solidFill>
                <a:srgbClr val="000000"/>
              </a:solidFill>
              <a:latin typeface="Arial"/>
              <a:ea typeface="Arial"/>
              <a:cs typeface="Arial"/>
              <a:sym typeface="Arial"/>
            </a:endParaRPr>
          </a:p>
        </p:txBody>
      </p:sp>
      <p:sp>
        <p:nvSpPr>
          <p:cNvPr id="111" name="Google Shape;111;g3a972b4e249_0_23"/>
          <p:cNvSpPr txBox="1"/>
          <p:nvPr/>
        </p:nvSpPr>
        <p:spPr>
          <a:xfrm>
            <a:off x="3514841" y="3093900"/>
            <a:ext cx="2124900" cy="243600"/>
          </a:xfrm>
          <a:prstGeom prst="rect">
            <a:avLst/>
          </a:prstGeom>
          <a:noFill/>
          <a:ln>
            <a:noFill/>
          </a:ln>
        </p:spPr>
        <p:txBody>
          <a:bodyPr anchorCtr="0" anchor="t" bIns="72050" lIns="72050" spcFirstLastPara="1" rIns="72050" wrap="square" tIns="72050">
            <a:noAutofit/>
          </a:bodyPr>
          <a:lstStyle/>
          <a:p>
            <a:pPr indent="0" lvl="0" marL="0" marR="0" rtl="0" algn="l">
              <a:lnSpc>
                <a:spcPct val="100000"/>
              </a:lnSpc>
              <a:spcBef>
                <a:spcPts val="0"/>
              </a:spcBef>
              <a:spcAft>
                <a:spcPts val="0"/>
              </a:spcAft>
              <a:buClr>
                <a:srgbClr val="000000"/>
              </a:buClr>
              <a:buSzPts val="1103"/>
              <a:buFont typeface="Arial"/>
              <a:buNone/>
            </a:pPr>
            <a:r>
              <a:rPr b="0" i="0" lang="de-DE" sz="1103" u="none" cap="none" strike="noStrike">
                <a:solidFill>
                  <a:srgbClr val="000000"/>
                </a:solidFill>
                <a:latin typeface="Arial"/>
                <a:ea typeface="Arial"/>
                <a:cs typeface="Arial"/>
                <a:sym typeface="Arial"/>
              </a:rPr>
              <a:t>Qwen3-VL-8B-Instruct</a:t>
            </a:r>
            <a:endParaRPr b="0" i="0" sz="1103" u="none" cap="none" strike="noStrike">
              <a:solidFill>
                <a:srgbClr val="000000"/>
              </a:solidFill>
              <a:latin typeface="Arial"/>
              <a:ea typeface="Arial"/>
              <a:cs typeface="Arial"/>
              <a:sym typeface="Arial"/>
            </a:endParaRPr>
          </a:p>
        </p:txBody>
      </p:sp>
      <p:sp>
        <p:nvSpPr>
          <p:cNvPr id="112" name="Google Shape;112;g3a972b4e249_0_23"/>
          <p:cNvSpPr txBox="1"/>
          <p:nvPr/>
        </p:nvSpPr>
        <p:spPr>
          <a:xfrm>
            <a:off x="6337100" y="3093900"/>
            <a:ext cx="2058000" cy="243600"/>
          </a:xfrm>
          <a:prstGeom prst="rect">
            <a:avLst/>
          </a:prstGeom>
          <a:noFill/>
          <a:ln>
            <a:noFill/>
          </a:ln>
        </p:spPr>
        <p:txBody>
          <a:bodyPr anchorCtr="0" anchor="t" bIns="72050" lIns="72050" spcFirstLastPara="1" rIns="72050" wrap="square" tIns="72050">
            <a:noAutofit/>
          </a:bodyPr>
          <a:lstStyle/>
          <a:p>
            <a:pPr indent="0" lvl="0" marL="0" marR="0" rtl="0" algn="l">
              <a:lnSpc>
                <a:spcPct val="100000"/>
              </a:lnSpc>
              <a:spcBef>
                <a:spcPts val="0"/>
              </a:spcBef>
              <a:spcAft>
                <a:spcPts val="0"/>
              </a:spcAft>
              <a:buClr>
                <a:srgbClr val="000000"/>
              </a:buClr>
              <a:buSzPts val="1103"/>
              <a:buFont typeface="Arial"/>
              <a:buNone/>
            </a:pPr>
            <a:r>
              <a:rPr b="0" i="0" lang="de-DE" sz="1103" u="none" cap="none" strike="noStrike">
                <a:solidFill>
                  <a:srgbClr val="000000"/>
                </a:solidFill>
                <a:latin typeface="Arial"/>
                <a:ea typeface="Arial"/>
                <a:cs typeface="Arial"/>
                <a:sym typeface="Arial"/>
              </a:rPr>
              <a:t>openai/gpt-oss-20b</a:t>
            </a:r>
            <a:endParaRPr b="0" i="0" sz="1103" u="none" cap="none" strike="noStrike">
              <a:solidFill>
                <a:srgbClr val="000000"/>
              </a:solidFill>
              <a:latin typeface="Arial"/>
              <a:ea typeface="Arial"/>
              <a:cs typeface="Arial"/>
              <a:sym typeface="Arial"/>
            </a:endParaRPr>
          </a:p>
        </p:txBody>
      </p:sp>
      <p:pic>
        <p:nvPicPr>
          <p:cNvPr id="113" name="Google Shape;113;g3a972b4e249_0_23" title="Figure_7.png"/>
          <p:cNvPicPr preferRelativeResize="0"/>
          <p:nvPr/>
        </p:nvPicPr>
        <p:blipFill rotWithShape="1">
          <a:blip r:embed="rId6">
            <a:alphaModFix/>
          </a:blip>
          <a:srcRect b="0" l="0" r="0" t="0"/>
          <a:stretch/>
        </p:blipFill>
        <p:spPr>
          <a:xfrm>
            <a:off x="3055650" y="3337500"/>
            <a:ext cx="2687200" cy="1745075"/>
          </a:xfrm>
          <a:prstGeom prst="rect">
            <a:avLst/>
          </a:prstGeom>
          <a:noFill/>
          <a:ln>
            <a:noFill/>
          </a:ln>
        </p:spPr>
      </p:pic>
      <p:sp>
        <p:nvSpPr>
          <p:cNvPr id="114" name="Google Shape;114;g3a972b4e249_0_23"/>
          <p:cNvSpPr txBox="1"/>
          <p:nvPr/>
        </p:nvSpPr>
        <p:spPr>
          <a:xfrm>
            <a:off x="5839450" y="3973038"/>
            <a:ext cx="3067500" cy="47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de-DE" sz="1100" u="none" cap="none" strike="noStrike">
                <a:solidFill>
                  <a:srgbClr val="000000"/>
                </a:solidFill>
                <a:latin typeface="Arial"/>
                <a:ea typeface="Arial"/>
                <a:cs typeface="Arial"/>
                <a:sym typeface="Arial"/>
              </a:rPr>
              <a:t>Sample data (Human generated)</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a972b4e249_0_4"/>
          <p:cNvSpPr txBox="1"/>
          <p:nvPr>
            <p:ph type="title"/>
          </p:nvPr>
        </p:nvSpPr>
        <p:spPr>
          <a:xfrm>
            <a:off x="317540" y="950800"/>
            <a:ext cx="8508900" cy="376200"/>
          </a:xfrm>
          <a:prstGeom prst="rect">
            <a:avLst/>
          </a:prstGeom>
          <a:noFill/>
          <a:ln>
            <a:noFill/>
          </a:ln>
        </p:spPr>
        <p:txBody>
          <a:bodyPr anchorCtr="0" anchor="t" bIns="0" lIns="0" spcFirstLastPara="1" rIns="0" wrap="square" tIns="0">
            <a:noAutofit/>
          </a:bodyPr>
          <a:lstStyle/>
          <a:p>
            <a:pPr indent="0" lvl="0" marL="0" rtl="0" algn="l">
              <a:lnSpc>
                <a:spcPct val="128000"/>
              </a:lnSpc>
              <a:spcBef>
                <a:spcPts val="0"/>
              </a:spcBef>
              <a:spcAft>
                <a:spcPts val="0"/>
              </a:spcAft>
              <a:buSzPts val="1400"/>
              <a:buNone/>
            </a:pPr>
            <a:r>
              <a:rPr lang="de-DE"/>
              <a:t>Benchmarks/Observations(3)</a:t>
            </a:r>
            <a:endParaRPr/>
          </a:p>
        </p:txBody>
      </p:sp>
      <p:sp>
        <p:nvSpPr>
          <p:cNvPr id="121" name="Google Shape;121;g3a972b4e249_0_4"/>
          <p:cNvSpPr txBox="1"/>
          <p:nvPr>
            <p:ph idx="1" type="body"/>
          </p:nvPr>
        </p:nvSpPr>
        <p:spPr>
          <a:xfrm>
            <a:off x="319100" y="1484050"/>
            <a:ext cx="3509700" cy="3019800"/>
          </a:xfrm>
          <a:prstGeom prst="rect">
            <a:avLst/>
          </a:prstGeom>
          <a:noFill/>
          <a:ln>
            <a:noFill/>
          </a:ln>
        </p:spPr>
        <p:txBody>
          <a:bodyPr anchorCtr="0" anchor="t" bIns="0" lIns="0" spcFirstLastPara="1" rIns="0" wrap="square" tIns="0">
            <a:noAutofit/>
          </a:bodyPr>
          <a:lstStyle/>
          <a:p>
            <a:pPr indent="-317500" lvl="0" marL="457200" rtl="0" algn="l">
              <a:lnSpc>
                <a:spcPct val="150000"/>
              </a:lnSpc>
              <a:spcBef>
                <a:spcPts val="0"/>
              </a:spcBef>
              <a:spcAft>
                <a:spcPts val="0"/>
              </a:spcAft>
              <a:buSzPts val="1400"/>
              <a:buChar char="●"/>
            </a:pPr>
            <a:r>
              <a:rPr lang="de-DE"/>
              <a:t>Lower hallucination rate comes at a cost</a:t>
            </a:r>
            <a:endParaRPr/>
          </a:p>
          <a:p>
            <a:pPr indent="-317500" lvl="0" marL="457200" rtl="0" algn="l">
              <a:lnSpc>
                <a:spcPct val="150000"/>
              </a:lnSpc>
              <a:spcBef>
                <a:spcPts val="0"/>
              </a:spcBef>
              <a:spcAft>
                <a:spcPts val="0"/>
              </a:spcAft>
              <a:buSzPts val="1400"/>
              <a:buChar char="●"/>
            </a:pPr>
            <a:r>
              <a:rPr lang="de-DE"/>
              <a:t>Cost can be prohibitive for testing more advanced models</a:t>
            </a:r>
            <a:endParaRPr/>
          </a:p>
          <a:p>
            <a:pPr indent="-317500" lvl="0" marL="457200" rtl="0" algn="l">
              <a:lnSpc>
                <a:spcPct val="150000"/>
              </a:lnSpc>
              <a:spcBef>
                <a:spcPts val="0"/>
              </a:spcBef>
              <a:spcAft>
                <a:spcPts val="0"/>
              </a:spcAft>
              <a:buSzPts val="1400"/>
              <a:buChar char="●"/>
            </a:pPr>
            <a:r>
              <a:rPr lang="de-DE"/>
              <a:t>Slow inference reduces sample size</a:t>
            </a:r>
            <a:endParaRPr/>
          </a:p>
          <a:p>
            <a:pPr indent="-317500" lvl="0" marL="457200" rtl="0" algn="l">
              <a:lnSpc>
                <a:spcPct val="150000"/>
              </a:lnSpc>
              <a:spcBef>
                <a:spcPts val="0"/>
              </a:spcBef>
              <a:spcAft>
                <a:spcPts val="0"/>
              </a:spcAft>
              <a:buSzPts val="1400"/>
              <a:buChar char="●"/>
            </a:pPr>
            <a:r>
              <a:rPr lang="de-DE"/>
              <a:t>Consistency of the output plays the biggest role</a:t>
            </a:r>
            <a:endParaRPr/>
          </a:p>
          <a:p>
            <a:pPr indent="-311150" lvl="1" marL="914400" rtl="0" algn="l">
              <a:lnSpc>
                <a:spcPct val="100000"/>
              </a:lnSpc>
              <a:spcBef>
                <a:spcPts val="0"/>
              </a:spcBef>
              <a:spcAft>
                <a:spcPts val="0"/>
              </a:spcAft>
              <a:buSzPts val="1300"/>
              <a:buChar char="○"/>
            </a:pPr>
            <a:r>
              <a:rPr lang="de-DE" sz="1300"/>
              <a:t>Qwen</a:t>
            </a:r>
            <a:endParaRPr sz="1300"/>
          </a:p>
          <a:p>
            <a:pPr indent="-311150" lvl="1" marL="914400" rtl="0" algn="l">
              <a:lnSpc>
                <a:spcPct val="100000"/>
              </a:lnSpc>
              <a:spcBef>
                <a:spcPts val="0"/>
              </a:spcBef>
              <a:spcAft>
                <a:spcPts val="0"/>
              </a:spcAft>
              <a:buSzPts val="1300"/>
              <a:buChar char="○"/>
            </a:pPr>
            <a:r>
              <a:rPr lang="de-DE" sz="1300"/>
              <a:t>Gpt</a:t>
            </a:r>
            <a:endParaRPr sz="1300"/>
          </a:p>
          <a:p>
            <a:pPr indent="-311150" lvl="1" marL="914400" rtl="0" algn="l">
              <a:lnSpc>
                <a:spcPct val="100000"/>
              </a:lnSpc>
              <a:spcBef>
                <a:spcPts val="0"/>
              </a:spcBef>
              <a:spcAft>
                <a:spcPts val="0"/>
              </a:spcAft>
              <a:buSzPts val="1300"/>
              <a:buChar char="○"/>
            </a:pPr>
            <a:r>
              <a:rPr lang="de-DE" sz="1300"/>
              <a:t>LLama</a:t>
            </a:r>
            <a:endParaRPr sz="1300"/>
          </a:p>
        </p:txBody>
      </p:sp>
      <p:sp>
        <p:nvSpPr>
          <p:cNvPr id="122" name="Google Shape;122;g3a972b4e249_0_4"/>
          <p:cNvSpPr txBox="1"/>
          <p:nvPr>
            <p:ph idx="12" type="sldNum"/>
          </p:nvPr>
        </p:nvSpPr>
        <p:spPr>
          <a:xfrm>
            <a:off x="6774934" y="4854985"/>
            <a:ext cx="2052000" cy="273900"/>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SzPts val="1100"/>
              <a:buNone/>
            </a:pPr>
            <a:fld id="{00000000-1234-1234-1234-123412341234}" type="slidenum">
              <a:rPr lang="de-DE"/>
              <a:t>‹#›</a:t>
            </a:fld>
            <a:endParaRPr/>
          </a:p>
        </p:txBody>
      </p:sp>
      <p:pic>
        <p:nvPicPr>
          <p:cNvPr id="123" name="Google Shape;123;g3a972b4e249_0_4" title="Figure_2.png"/>
          <p:cNvPicPr preferRelativeResize="0"/>
          <p:nvPr/>
        </p:nvPicPr>
        <p:blipFill rotWithShape="1">
          <a:blip r:embed="rId3">
            <a:alphaModFix/>
          </a:blip>
          <a:srcRect b="0" l="0" r="0" t="0"/>
          <a:stretch/>
        </p:blipFill>
        <p:spPr>
          <a:xfrm>
            <a:off x="4022826" y="2762298"/>
            <a:ext cx="2321928" cy="1741426"/>
          </a:xfrm>
          <a:prstGeom prst="rect">
            <a:avLst/>
          </a:prstGeom>
          <a:noFill/>
          <a:ln>
            <a:noFill/>
          </a:ln>
        </p:spPr>
      </p:pic>
      <p:pic>
        <p:nvPicPr>
          <p:cNvPr id="124" name="Google Shape;124;g3a972b4e249_0_4" title="Figure_1.png"/>
          <p:cNvPicPr preferRelativeResize="0"/>
          <p:nvPr/>
        </p:nvPicPr>
        <p:blipFill rotWithShape="1">
          <a:blip r:embed="rId4">
            <a:alphaModFix/>
          </a:blip>
          <a:srcRect b="0" l="0" r="0" t="0"/>
          <a:stretch/>
        </p:blipFill>
        <p:spPr>
          <a:xfrm>
            <a:off x="6539200" y="2762321"/>
            <a:ext cx="2321925" cy="1741404"/>
          </a:xfrm>
          <a:prstGeom prst="rect">
            <a:avLst/>
          </a:prstGeom>
          <a:noFill/>
          <a:ln>
            <a:noFill/>
          </a:ln>
        </p:spPr>
      </p:pic>
      <p:pic>
        <p:nvPicPr>
          <p:cNvPr id="125" name="Google Shape;125;g3a972b4e249_0_4" title="Screenshot from 2025-11-25 10-55-46.png"/>
          <p:cNvPicPr preferRelativeResize="0"/>
          <p:nvPr/>
        </p:nvPicPr>
        <p:blipFill rotWithShape="1">
          <a:blip r:embed="rId5">
            <a:alphaModFix/>
          </a:blip>
          <a:srcRect b="0" l="0" r="0" t="0"/>
          <a:stretch/>
        </p:blipFill>
        <p:spPr>
          <a:xfrm>
            <a:off x="4137775" y="1298250"/>
            <a:ext cx="5070875" cy="10054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itel 3">
  <a:themeElements>
    <a:clrScheme name="TUM">
      <a:dk1>
        <a:srgbClr val="000000"/>
      </a:dk1>
      <a:lt1>
        <a:srgbClr val="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arissa-Design">
  <a:themeElements>
    <a:clrScheme name="Larissa">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2020-10-03T23:03:33Z</dcterms:created>
  <dc:creator>Wei Tian</dc:creator>
</cp:coreProperties>
</file>