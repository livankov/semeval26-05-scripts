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9925050" cy="66659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  <p:ext uri="GoogleSlidesCustomDataVersion2">
      <go:slidesCustomData xmlns:go="http://customooxmlschemas.google.com/" r:id="rId10" roundtripDataSignature="AMtx7mhKa0gWqrH/vyyds+c60dGXfDN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4" orient="horz"/>
        <p:guide pos="2880"/>
        <p:guide pos="162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00" orient="horz"/>
        <p:guide pos="312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21901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/>
          <p:nvPr>
            <p:ph idx="2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5738715de_0_3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a5738715de_0_3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5738715de_0_3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5738715de_0_11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a5738715de_0_11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a5738715de_0_11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rt">
  <p:cSld name="1_Star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M_Glockenturm.tif" id="15" name="Google Shape;1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9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2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" name="Google Shape;11;p28"/>
          <p:cNvSpPr txBox="1"/>
          <p:nvPr>
            <p:ph idx="11" type="ftr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20150416 tum logo blau png final.png" id="12" name="Google Shape;1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8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>
            <p:ph type="title"/>
          </p:nvPr>
        </p:nvSpPr>
        <p:spPr>
          <a:xfrm>
            <a:off x="243015" y="113360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Benchmarking Large-Language-Model performance for Word-Sense disambiguation</a:t>
            </a:r>
            <a:endParaRPr/>
          </a:p>
        </p:txBody>
      </p:sp>
      <p:sp>
        <p:nvSpPr>
          <p:cNvPr id="30" name="Google Shape;30;p1"/>
          <p:cNvSpPr txBox="1"/>
          <p:nvPr>
            <p:ph idx="1" type="body"/>
          </p:nvPr>
        </p:nvSpPr>
        <p:spPr>
          <a:xfrm>
            <a:off x="243013" y="4187990"/>
            <a:ext cx="85089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Ivan Lomakov, 18.11.25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Objectives</a:t>
            </a:r>
            <a:endParaRPr/>
          </a:p>
        </p:txBody>
      </p:sp>
      <p:sp>
        <p:nvSpPr>
          <p:cNvPr id="36" name="Google Shape;36;p3"/>
          <p:cNvSpPr txBox="1"/>
          <p:nvPr>
            <p:ph idx="1" type="body"/>
          </p:nvPr>
        </p:nvSpPr>
        <p:spPr>
          <a:xfrm>
            <a:off x="319100" y="1484050"/>
            <a:ext cx="5375700" cy="3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Asses the performance of SOTA LLM’s on WSD within our dataset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Compare it to the top result within the leaderboard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Can we close the gap without any finetune/optimisations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Better prompts?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Optimize the way the data is passed to the model</a:t>
            </a:r>
            <a:endParaRPr sz="13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Fine tune or train a separate regression model on our specific dataset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3" title="WhatsApp Image 2025-11-17 at 4.46.47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800" y="1484048"/>
            <a:ext cx="3401249" cy="227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5738715de_0_3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Approach</a:t>
            </a:r>
            <a:endParaRPr/>
          </a:p>
        </p:txBody>
      </p:sp>
      <p:sp>
        <p:nvSpPr>
          <p:cNvPr id="44" name="Google Shape;44;g3a5738715de_0_3"/>
          <p:cNvSpPr txBox="1"/>
          <p:nvPr>
            <p:ph idx="1" type="body"/>
          </p:nvPr>
        </p:nvSpPr>
        <p:spPr>
          <a:xfrm>
            <a:off x="319100" y="1484075"/>
            <a:ext cx="8508900" cy="3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Use an inference external API (Groq, Huggingdace, OpenRouter)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Use structured outputs in order to directly output the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Test multiple models without any initial configuration/knowledge of the dataset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What is the best way to ingest data?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Sequentially vs all at once?</a:t>
            </a:r>
            <a:endParaRPr sz="13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Progressively increase the knowledge of the model of the preexisting dataset</a:t>
            </a:r>
            <a:endParaRPr/>
          </a:p>
        </p:txBody>
      </p:sp>
      <p:sp>
        <p:nvSpPr>
          <p:cNvPr id="45" name="Google Shape;45;g3a5738715de_0_3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46" name="Google Shape;46;g3a5738715de_0_3" title="cq5dam.thumbnail.1280.12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6076" y="886425"/>
            <a:ext cx="1789699" cy="135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5738715de_0_11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Short Demo and further Notes</a:t>
            </a:r>
            <a:endParaRPr/>
          </a:p>
        </p:txBody>
      </p:sp>
      <p:sp>
        <p:nvSpPr>
          <p:cNvPr id="53" name="Google Shape;53;g3a5738715de_0_11"/>
          <p:cNvSpPr txBox="1"/>
          <p:nvPr>
            <p:ph idx="1" type="body"/>
          </p:nvPr>
        </p:nvSpPr>
        <p:spPr>
          <a:xfrm>
            <a:off x="319088" y="1484040"/>
            <a:ext cx="85089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Models performing will within our dataset != models being good at WSD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Benchmarking sequential inputs is very token-intensive and will require a paid account/api</a:t>
            </a:r>
            <a:endParaRPr/>
          </a:p>
        </p:txBody>
      </p:sp>
      <p:sp>
        <p:nvSpPr>
          <p:cNvPr id="54" name="Google Shape;54;g3a5738715de_0_11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2020-10-03T23:03:33Z</dcterms:created>
  <dc:creator>Wei Tian</dc:creator>
</cp:coreProperties>
</file>